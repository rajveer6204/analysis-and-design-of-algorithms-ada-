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theme/theme7.xml" ContentType="application/vnd.openxmlformats-officedocument.theme+xml"/>
  <Override PartName="/ppt/slideLayouts/slideLayout77.xml" ContentType="application/vnd.openxmlformats-officedocument.presentationml.slideLayout+xml"/>
  <Override PartName="/ppt/theme/theme8.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4"/>
    <p:sldMasterId id="2147483701" r:id="rId5"/>
    <p:sldMasterId id="2147483673" r:id="rId6"/>
    <p:sldMasterId id="2147483719" r:id="rId7"/>
    <p:sldMasterId id="2147483731" r:id="rId8"/>
    <p:sldMasterId id="2147483661" r:id="rId9"/>
    <p:sldMasterId id="2147483745" r:id="rId10"/>
    <p:sldMasterId id="2147483748" r:id="rId11"/>
    <p:sldMasterId id="2147483750" r:id="rId12"/>
  </p:sldMasterIdLst>
  <p:notesMasterIdLst>
    <p:notesMasterId r:id="rId46"/>
  </p:notesMasterIdLst>
  <p:handoutMasterIdLst>
    <p:handoutMasterId r:id="rId47"/>
  </p:handoutMasterIdLst>
  <p:sldIdLst>
    <p:sldId id="256" r:id="rId13"/>
    <p:sldId id="464" r:id="rId14"/>
    <p:sldId id="1124" r:id="rId15"/>
    <p:sldId id="1125" r:id="rId16"/>
    <p:sldId id="1123" r:id="rId17"/>
    <p:sldId id="462" r:id="rId18"/>
    <p:sldId id="1126" r:id="rId19"/>
    <p:sldId id="1127" r:id="rId20"/>
    <p:sldId id="282" r:id="rId21"/>
    <p:sldId id="291" r:id="rId22"/>
    <p:sldId id="1128" r:id="rId23"/>
    <p:sldId id="1129" r:id="rId24"/>
    <p:sldId id="1130" r:id="rId25"/>
    <p:sldId id="454" r:id="rId26"/>
    <p:sldId id="1131" r:id="rId27"/>
    <p:sldId id="1132" r:id="rId28"/>
    <p:sldId id="1133" r:id="rId29"/>
    <p:sldId id="487" r:id="rId30"/>
    <p:sldId id="441" r:id="rId31"/>
    <p:sldId id="1102" r:id="rId32"/>
    <p:sldId id="1104" r:id="rId33"/>
    <p:sldId id="1060" r:id="rId34"/>
    <p:sldId id="1134" r:id="rId35"/>
    <p:sldId id="485" r:id="rId36"/>
    <p:sldId id="1135" r:id="rId37"/>
    <p:sldId id="409" r:id="rId38"/>
    <p:sldId id="1136" r:id="rId39"/>
    <p:sldId id="1117" r:id="rId40"/>
    <p:sldId id="484" r:id="rId41"/>
    <p:sldId id="1118" r:id="rId42"/>
    <p:sldId id="1120" r:id="rId43"/>
    <p:sldId id="1121" r:id="rId44"/>
    <p:sldId id="27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A241E-26DA-509F-EBE8-DF72300E557C}" v="491" dt="2026-01-11T17:50:03.2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51" d="100"/>
          <a:sy n="51" d="100"/>
        </p:scale>
        <p:origin x="183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notesMaster" Target="notesMasters/notesMaster1.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9edf8e8-7ce8-44bc-8ba6-5e538ffde482::" providerId="AD" clId="Web-{2C6685BB-BA10-9767-A446-E0019B984339}"/>
    <pc:docChg chg="modSld">
      <pc:chgData name="Guest User" userId="S::urn:spo:tenantanon#49edf8e8-7ce8-44bc-8ba6-5e538ffde482::" providerId="AD" clId="Web-{2C6685BB-BA10-9767-A446-E0019B984339}" dt="2025-12-27T06:11:49.718" v="19" actId="14100"/>
      <pc:docMkLst>
        <pc:docMk/>
      </pc:docMkLst>
      <pc:sldChg chg="modSp">
        <pc:chgData name="Guest User" userId="S::urn:spo:tenantanon#49edf8e8-7ce8-44bc-8ba6-5e538ffde482::" providerId="AD" clId="Web-{2C6685BB-BA10-9767-A446-E0019B984339}" dt="2025-12-27T06:11:49.718" v="19" actId="14100"/>
        <pc:sldMkLst>
          <pc:docMk/>
          <pc:sldMk cId="4166808118" sldId="256"/>
        </pc:sldMkLst>
        <pc:spChg chg="mod">
          <ac:chgData name="Guest User" userId="S::urn:spo:tenantanon#49edf8e8-7ce8-44bc-8ba6-5e538ffde482::" providerId="AD" clId="Web-{2C6685BB-BA10-9767-A446-E0019B984339}" dt="2025-12-27T06:11:49.718" v="19" actId="14100"/>
          <ac:spMkLst>
            <pc:docMk/>
            <pc:sldMk cId="4166808118" sldId="256"/>
            <ac:spMk id="2" creationId="{86DC39D1-AEA6-FF82-17B3-87B7A5451EEE}"/>
          </ac:spMkLst>
        </pc:spChg>
      </pc:sldChg>
    </pc:docChg>
  </pc:docChgLst>
  <pc:docChgLst>
    <pc:chgData name="Guest User" userId="S::urn:spo:tenantanon#49edf8e8-7ce8-44bc-8ba6-5e538ffde482::" providerId="AD" clId="Web-{9AFA241E-26DA-509F-EBE8-DF72300E557C}"/>
    <pc:docChg chg="addSld delSld modSld">
      <pc:chgData name="Guest User" userId="S::urn:spo:tenantanon#49edf8e8-7ce8-44bc-8ba6-5e538ffde482::" providerId="AD" clId="Web-{9AFA241E-26DA-509F-EBE8-DF72300E557C}" dt="2026-01-11T17:50:03.263" v="423"/>
      <pc:docMkLst>
        <pc:docMk/>
      </pc:docMkLst>
      <pc:sldChg chg="add">
        <pc:chgData name="Guest User" userId="S::urn:spo:tenantanon#49edf8e8-7ce8-44bc-8ba6-5e538ffde482::" providerId="AD" clId="Web-{9AFA241E-26DA-509F-EBE8-DF72300E557C}" dt="2026-01-11T17:28:17.677" v="167"/>
        <pc:sldMkLst>
          <pc:docMk/>
          <pc:sldMk cId="1653773563" sldId="282"/>
        </pc:sldMkLst>
      </pc:sldChg>
      <pc:sldChg chg="add del">
        <pc:chgData name="Guest User" userId="S::urn:spo:tenantanon#49edf8e8-7ce8-44bc-8ba6-5e538ffde482::" providerId="AD" clId="Web-{9AFA241E-26DA-509F-EBE8-DF72300E557C}" dt="2026-01-11T17:29:43.209" v="171"/>
        <pc:sldMkLst>
          <pc:docMk/>
          <pc:sldMk cId="3170600614" sldId="285"/>
        </pc:sldMkLst>
      </pc:sldChg>
      <pc:sldChg chg="add">
        <pc:chgData name="Guest User" userId="S::urn:spo:tenantanon#49edf8e8-7ce8-44bc-8ba6-5e538ffde482::" providerId="AD" clId="Web-{9AFA241E-26DA-509F-EBE8-DF72300E557C}" dt="2026-01-11T17:28:38.818" v="169"/>
        <pc:sldMkLst>
          <pc:docMk/>
          <pc:sldMk cId="1463635223" sldId="291"/>
        </pc:sldMkLst>
      </pc:sldChg>
      <pc:sldChg chg="modSp">
        <pc:chgData name="Guest User" userId="S::urn:spo:tenantanon#49edf8e8-7ce8-44bc-8ba6-5e538ffde482::" providerId="AD" clId="Web-{9AFA241E-26DA-509F-EBE8-DF72300E557C}" dt="2026-01-11T17:49:28.669" v="405" actId="20577"/>
        <pc:sldMkLst>
          <pc:docMk/>
          <pc:sldMk cId="0" sldId="409"/>
        </pc:sldMkLst>
        <pc:spChg chg="mod">
          <ac:chgData name="Guest User" userId="S::urn:spo:tenantanon#49edf8e8-7ce8-44bc-8ba6-5e538ffde482::" providerId="AD" clId="Web-{9AFA241E-26DA-509F-EBE8-DF72300E557C}" dt="2026-01-11T17:49:28.669" v="405" actId="20577"/>
          <ac:spMkLst>
            <pc:docMk/>
            <pc:sldMk cId="0" sldId="409"/>
            <ac:spMk id="17410" creationId="{BBF3299F-3E6C-77FD-19F1-7BFD7F6153EF}"/>
          </ac:spMkLst>
        </pc:spChg>
      </pc:sldChg>
      <pc:sldChg chg="modSp">
        <pc:chgData name="Guest User" userId="S::urn:spo:tenantanon#49edf8e8-7ce8-44bc-8ba6-5e538ffde482::" providerId="AD" clId="Web-{9AFA241E-26DA-509F-EBE8-DF72300E557C}" dt="2026-01-11T17:36:12.189" v="235" actId="14100"/>
        <pc:sldMkLst>
          <pc:docMk/>
          <pc:sldMk cId="0" sldId="454"/>
        </pc:sldMkLst>
        <pc:spChg chg="mod">
          <ac:chgData name="Guest User" userId="S::urn:spo:tenantanon#49edf8e8-7ce8-44bc-8ba6-5e538ffde482::" providerId="AD" clId="Web-{9AFA241E-26DA-509F-EBE8-DF72300E557C}" dt="2026-01-11T17:36:12.189" v="235" actId="14100"/>
          <ac:spMkLst>
            <pc:docMk/>
            <pc:sldMk cId="0" sldId="454"/>
            <ac:spMk id="13" creationId="{860A5A51-7A9D-17B9-2C4F-A4B07F845487}"/>
          </ac:spMkLst>
        </pc:spChg>
      </pc:sldChg>
      <pc:sldChg chg="modSp">
        <pc:chgData name="Guest User" userId="S::urn:spo:tenantanon#49edf8e8-7ce8-44bc-8ba6-5e538ffde482::" providerId="AD" clId="Web-{9AFA241E-26DA-509F-EBE8-DF72300E557C}" dt="2026-01-11T17:23:34.396" v="125" actId="20577"/>
        <pc:sldMkLst>
          <pc:docMk/>
          <pc:sldMk cId="0" sldId="462"/>
        </pc:sldMkLst>
        <pc:spChg chg="mod">
          <ac:chgData name="Guest User" userId="S::urn:spo:tenantanon#49edf8e8-7ce8-44bc-8ba6-5e538ffde482::" providerId="AD" clId="Web-{9AFA241E-26DA-509F-EBE8-DF72300E557C}" dt="2026-01-11T17:23:34.396" v="125" actId="20577"/>
          <ac:spMkLst>
            <pc:docMk/>
            <pc:sldMk cId="0" sldId="462"/>
            <ac:spMk id="3" creationId="{63F68316-250A-3D08-D623-DE824258EA46}"/>
          </ac:spMkLst>
        </pc:spChg>
      </pc:sldChg>
      <pc:sldChg chg="modSp">
        <pc:chgData name="Guest User" userId="S::urn:spo:tenantanon#49edf8e8-7ce8-44bc-8ba6-5e538ffde482::" providerId="AD" clId="Web-{9AFA241E-26DA-509F-EBE8-DF72300E557C}" dt="2026-01-11T17:06:34.122" v="18" actId="1076"/>
        <pc:sldMkLst>
          <pc:docMk/>
          <pc:sldMk cId="0" sldId="464"/>
        </pc:sldMkLst>
        <pc:spChg chg="mod">
          <ac:chgData name="Guest User" userId="S::urn:spo:tenantanon#49edf8e8-7ce8-44bc-8ba6-5e538ffde482::" providerId="AD" clId="Web-{9AFA241E-26DA-509F-EBE8-DF72300E557C}" dt="2026-01-11T17:06:34.122" v="18" actId="1076"/>
          <ac:spMkLst>
            <pc:docMk/>
            <pc:sldMk cId="0" sldId="464"/>
            <ac:spMk id="2" creationId="{DA5726F7-6242-37DE-A422-8BAE6D995FBB}"/>
          </ac:spMkLst>
        </pc:spChg>
        <pc:spChg chg="mod">
          <ac:chgData name="Guest User" userId="S::urn:spo:tenantanon#49edf8e8-7ce8-44bc-8ba6-5e538ffde482::" providerId="AD" clId="Web-{9AFA241E-26DA-509F-EBE8-DF72300E557C}" dt="2026-01-11T17:06:29.200" v="17" actId="20577"/>
          <ac:spMkLst>
            <pc:docMk/>
            <pc:sldMk cId="0" sldId="464"/>
            <ac:spMk id="3" creationId="{BBCD2257-40F2-2ED6-1298-F6E048A151A5}"/>
          </ac:spMkLst>
        </pc:spChg>
        <pc:spChg chg="mod">
          <ac:chgData name="Guest User" userId="S::urn:spo:tenantanon#49edf8e8-7ce8-44bc-8ba6-5e538ffde482::" providerId="AD" clId="Web-{9AFA241E-26DA-509F-EBE8-DF72300E557C}" dt="2026-01-11T17:06:03.684" v="13" actId="20577"/>
          <ac:spMkLst>
            <pc:docMk/>
            <pc:sldMk cId="0" sldId="464"/>
            <ac:spMk id="9" creationId="{2AF652ED-4D69-086E-FCC2-1411BAA2EA51}"/>
          </ac:spMkLst>
        </pc:spChg>
      </pc:sldChg>
      <pc:sldChg chg="del">
        <pc:chgData name="Guest User" userId="S::urn:spo:tenantanon#49edf8e8-7ce8-44bc-8ba6-5e538ffde482::" providerId="AD" clId="Web-{9AFA241E-26DA-509F-EBE8-DF72300E557C}" dt="2026-01-11T17:42:25.113" v="305"/>
        <pc:sldMkLst>
          <pc:docMk/>
          <pc:sldMk cId="0" sldId="477"/>
        </pc:sldMkLst>
      </pc:sldChg>
      <pc:sldChg chg="del">
        <pc:chgData name="Guest User" userId="S::urn:spo:tenantanon#49edf8e8-7ce8-44bc-8ba6-5e538ffde482::" providerId="AD" clId="Web-{9AFA241E-26DA-509F-EBE8-DF72300E557C}" dt="2026-01-11T17:42:28.551" v="309"/>
        <pc:sldMkLst>
          <pc:docMk/>
          <pc:sldMk cId="0" sldId="480"/>
        </pc:sldMkLst>
      </pc:sldChg>
      <pc:sldChg chg="modSp">
        <pc:chgData name="Guest User" userId="S::urn:spo:tenantanon#49edf8e8-7ce8-44bc-8ba6-5e538ffde482::" providerId="AD" clId="Web-{9AFA241E-26DA-509F-EBE8-DF72300E557C}" dt="2026-01-11T17:45:06.551" v="329" actId="14100"/>
        <pc:sldMkLst>
          <pc:docMk/>
          <pc:sldMk cId="0" sldId="485"/>
        </pc:sldMkLst>
        <pc:spChg chg="mod">
          <ac:chgData name="Guest User" userId="S::urn:spo:tenantanon#49edf8e8-7ce8-44bc-8ba6-5e538ffde482::" providerId="AD" clId="Web-{9AFA241E-26DA-509F-EBE8-DF72300E557C}" dt="2026-01-11T17:45:06.551" v="329" actId="14100"/>
          <ac:spMkLst>
            <pc:docMk/>
            <pc:sldMk cId="0" sldId="485"/>
            <ac:spMk id="8" creationId="{2F2A1C6F-2AC9-32B3-5286-02D5A3CDDEDC}"/>
          </ac:spMkLst>
        </pc:spChg>
      </pc:sldChg>
      <pc:sldChg chg="del">
        <pc:chgData name="Guest User" userId="S::urn:spo:tenantanon#49edf8e8-7ce8-44bc-8ba6-5e538ffde482::" providerId="AD" clId="Web-{9AFA241E-26DA-509F-EBE8-DF72300E557C}" dt="2026-01-11T17:42:27.817" v="308"/>
        <pc:sldMkLst>
          <pc:docMk/>
          <pc:sldMk cId="0" sldId="488"/>
        </pc:sldMkLst>
      </pc:sldChg>
      <pc:sldChg chg="modSp">
        <pc:chgData name="Guest User" userId="S::urn:spo:tenantanon#49edf8e8-7ce8-44bc-8ba6-5e538ffde482::" providerId="AD" clId="Web-{9AFA241E-26DA-509F-EBE8-DF72300E557C}" dt="2026-01-11T17:42:03.941" v="304" actId="20577"/>
        <pc:sldMkLst>
          <pc:docMk/>
          <pc:sldMk cId="308810207" sldId="1102"/>
        </pc:sldMkLst>
        <pc:spChg chg="mod">
          <ac:chgData name="Guest User" userId="S::urn:spo:tenantanon#49edf8e8-7ce8-44bc-8ba6-5e538ffde482::" providerId="AD" clId="Web-{9AFA241E-26DA-509F-EBE8-DF72300E557C}" dt="2026-01-11T17:42:03.941" v="304" actId="20577"/>
          <ac:spMkLst>
            <pc:docMk/>
            <pc:sldMk cId="308810207" sldId="1102"/>
            <ac:spMk id="5" creationId="{00000000-0000-0000-0000-000000000000}"/>
          </ac:spMkLst>
        </pc:spChg>
      </pc:sldChg>
      <pc:sldChg chg="del">
        <pc:chgData name="Guest User" userId="S::urn:spo:tenantanon#49edf8e8-7ce8-44bc-8ba6-5e538ffde482::" providerId="AD" clId="Web-{9AFA241E-26DA-509F-EBE8-DF72300E557C}" dt="2026-01-11T17:42:26.254" v="306"/>
        <pc:sldMkLst>
          <pc:docMk/>
          <pc:sldMk cId="2138738255" sldId="1105"/>
        </pc:sldMkLst>
      </pc:sldChg>
      <pc:sldChg chg="del">
        <pc:chgData name="Guest User" userId="S::urn:spo:tenantanon#49edf8e8-7ce8-44bc-8ba6-5e538ffde482::" providerId="AD" clId="Web-{9AFA241E-26DA-509F-EBE8-DF72300E557C}" dt="2026-01-11T17:42:27.051" v="307"/>
        <pc:sldMkLst>
          <pc:docMk/>
          <pc:sldMk cId="1593364244" sldId="1106"/>
        </pc:sldMkLst>
      </pc:sldChg>
      <pc:sldChg chg="del">
        <pc:chgData name="Guest User" userId="S::urn:spo:tenantanon#49edf8e8-7ce8-44bc-8ba6-5e538ffde482::" providerId="AD" clId="Web-{9AFA241E-26DA-509F-EBE8-DF72300E557C}" dt="2026-01-11T17:42:29.254" v="310"/>
        <pc:sldMkLst>
          <pc:docMk/>
          <pc:sldMk cId="3042298111" sldId="1115"/>
        </pc:sldMkLst>
      </pc:sldChg>
      <pc:sldChg chg="del">
        <pc:chgData name="Guest User" userId="S::urn:spo:tenantanon#49edf8e8-7ce8-44bc-8ba6-5e538ffde482::" providerId="AD" clId="Web-{9AFA241E-26DA-509F-EBE8-DF72300E557C}" dt="2026-01-11T17:42:29.848" v="311"/>
        <pc:sldMkLst>
          <pc:docMk/>
          <pc:sldMk cId="86389844" sldId="1116"/>
        </pc:sldMkLst>
      </pc:sldChg>
      <pc:sldChg chg="modSp">
        <pc:chgData name="Guest User" userId="S::urn:spo:tenantanon#49edf8e8-7ce8-44bc-8ba6-5e538ffde482::" providerId="AD" clId="Web-{9AFA241E-26DA-509F-EBE8-DF72300E557C}" dt="2026-01-11T17:48:58.450" v="397" actId="20577"/>
        <pc:sldMkLst>
          <pc:docMk/>
          <pc:sldMk cId="573388138" sldId="1118"/>
        </pc:sldMkLst>
        <pc:spChg chg="mod">
          <ac:chgData name="Guest User" userId="S::urn:spo:tenantanon#49edf8e8-7ce8-44bc-8ba6-5e538ffde482::" providerId="AD" clId="Web-{9AFA241E-26DA-509F-EBE8-DF72300E557C}" dt="2026-01-11T17:48:58.450" v="397" actId="20577"/>
          <ac:spMkLst>
            <pc:docMk/>
            <pc:sldMk cId="573388138" sldId="1118"/>
            <ac:spMk id="3" creationId="{BB7EA5CF-9B9F-70CE-4324-B9707822E7C6}"/>
          </ac:spMkLst>
        </pc:spChg>
      </pc:sldChg>
      <pc:sldChg chg="del">
        <pc:chgData name="Guest User" userId="S::urn:spo:tenantanon#49edf8e8-7ce8-44bc-8ba6-5e538ffde482::" providerId="AD" clId="Web-{9AFA241E-26DA-509F-EBE8-DF72300E557C}" dt="2026-01-11T17:50:03.263" v="423"/>
        <pc:sldMkLst>
          <pc:docMk/>
          <pc:sldMk cId="53681231" sldId="1119"/>
        </pc:sldMkLst>
      </pc:sldChg>
      <pc:sldChg chg="del">
        <pc:chgData name="Guest User" userId="S::urn:spo:tenantanon#49edf8e8-7ce8-44bc-8ba6-5e538ffde482::" providerId="AD" clId="Web-{9AFA241E-26DA-509F-EBE8-DF72300E557C}" dt="2026-01-11T17:16:05.692" v="96"/>
        <pc:sldMkLst>
          <pc:docMk/>
          <pc:sldMk cId="1129618119" sldId="1122"/>
        </pc:sldMkLst>
      </pc:sldChg>
      <pc:sldChg chg="del">
        <pc:chgData name="Guest User" userId="S::urn:spo:tenantanon#49edf8e8-7ce8-44bc-8ba6-5e538ffde482::" providerId="AD" clId="Web-{9AFA241E-26DA-509F-EBE8-DF72300E557C}" dt="2026-01-11T17:05:32.715" v="0"/>
        <pc:sldMkLst>
          <pc:docMk/>
          <pc:sldMk cId="1194291711" sldId="1123"/>
        </pc:sldMkLst>
      </pc:sldChg>
      <pc:sldChg chg="addSp modSp add replId">
        <pc:chgData name="Guest User" userId="S::urn:spo:tenantanon#49edf8e8-7ce8-44bc-8ba6-5e538ffde482::" providerId="AD" clId="Web-{9AFA241E-26DA-509F-EBE8-DF72300E557C}" dt="2026-01-11T17:14:24.082" v="93" actId="20577"/>
        <pc:sldMkLst>
          <pc:docMk/>
          <pc:sldMk cId="4236063469" sldId="1123"/>
        </pc:sldMkLst>
        <pc:spChg chg="mod">
          <ac:chgData name="Guest User" userId="S::urn:spo:tenantanon#49edf8e8-7ce8-44bc-8ba6-5e538ffde482::" providerId="AD" clId="Web-{9AFA241E-26DA-509F-EBE8-DF72300E557C}" dt="2026-01-11T17:13:38.176" v="80" actId="20577"/>
          <ac:spMkLst>
            <pc:docMk/>
            <pc:sldMk cId="4236063469" sldId="1123"/>
            <ac:spMk id="3" creationId="{F64E0B05-269E-9650-B5C7-AD97C29CB88E}"/>
          </ac:spMkLst>
        </pc:spChg>
        <pc:spChg chg="add mod">
          <ac:chgData name="Guest User" userId="S::urn:spo:tenantanon#49edf8e8-7ce8-44bc-8ba6-5e538ffde482::" providerId="AD" clId="Web-{9AFA241E-26DA-509F-EBE8-DF72300E557C}" dt="2026-01-11T17:14:24.082" v="93" actId="20577"/>
          <ac:spMkLst>
            <pc:docMk/>
            <pc:sldMk cId="4236063469" sldId="1123"/>
            <ac:spMk id="4" creationId="{9C42FB4E-B200-3CB1-ED58-F98A3DAD55BC}"/>
          </ac:spMkLst>
        </pc:spChg>
        <pc:spChg chg="mod">
          <ac:chgData name="Guest User" userId="S::urn:spo:tenantanon#49edf8e8-7ce8-44bc-8ba6-5e538ffde482::" providerId="AD" clId="Web-{9AFA241E-26DA-509F-EBE8-DF72300E557C}" dt="2026-01-11T17:14:00.598" v="82" actId="20577"/>
          <ac:spMkLst>
            <pc:docMk/>
            <pc:sldMk cId="4236063469" sldId="1123"/>
            <ac:spMk id="9" creationId="{4851A17D-E748-095B-F72F-F5D2DE3DC5FB}"/>
          </ac:spMkLst>
        </pc:spChg>
      </pc:sldChg>
      <pc:sldChg chg="addSp modSp add replId">
        <pc:chgData name="Guest User" userId="S::urn:spo:tenantanon#49edf8e8-7ce8-44bc-8ba6-5e538ffde482::" providerId="AD" clId="Web-{9AFA241E-26DA-509F-EBE8-DF72300E557C}" dt="2026-01-11T17:15:46.036" v="95" actId="1076"/>
        <pc:sldMkLst>
          <pc:docMk/>
          <pc:sldMk cId="903446028" sldId="1124"/>
        </pc:sldMkLst>
        <pc:spChg chg="mod">
          <ac:chgData name="Guest User" userId="S::urn:spo:tenantanon#49edf8e8-7ce8-44bc-8ba6-5e538ffde482::" providerId="AD" clId="Web-{9AFA241E-26DA-509F-EBE8-DF72300E557C}" dt="2026-01-11T17:08:37.544" v="24" actId="20577"/>
          <ac:spMkLst>
            <pc:docMk/>
            <pc:sldMk cId="903446028" sldId="1124"/>
            <ac:spMk id="3" creationId="{1187B0D0-EAD4-E83E-D47C-65296FC43229}"/>
          </ac:spMkLst>
        </pc:spChg>
        <pc:spChg chg="add mod">
          <ac:chgData name="Guest User" userId="S::urn:spo:tenantanon#49edf8e8-7ce8-44bc-8ba6-5e538ffde482::" providerId="AD" clId="Web-{9AFA241E-26DA-509F-EBE8-DF72300E557C}" dt="2026-01-11T17:10:17.457" v="40" actId="20577"/>
          <ac:spMkLst>
            <pc:docMk/>
            <pc:sldMk cId="903446028" sldId="1124"/>
            <ac:spMk id="4" creationId="{C7E270E2-3560-441E-C80A-527C2B577823}"/>
          </ac:spMkLst>
        </pc:spChg>
        <pc:spChg chg="mod">
          <ac:chgData name="Guest User" userId="S::urn:spo:tenantanon#49edf8e8-7ce8-44bc-8ba6-5e538ffde482::" providerId="AD" clId="Web-{9AFA241E-26DA-509F-EBE8-DF72300E557C}" dt="2026-01-11T17:15:46.036" v="95" actId="1076"/>
          <ac:spMkLst>
            <pc:docMk/>
            <pc:sldMk cId="903446028" sldId="1124"/>
            <ac:spMk id="9" creationId="{58A0625F-BE19-AD80-231D-FB36A7D9F8BF}"/>
          </ac:spMkLst>
        </pc:spChg>
      </pc:sldChg>
      <pc:sldChg chg="addSp modSp add replId">
        <pc:chgData name="Guest User" userId="S::urn:spo:tenantanon#49edf8e8-7ce8-44bc-8ba6-5e538ffde482::" providerId="AD" clId="Web-{9AFA241E-26DA-509F-EBE8-DF72300E557C}" dt="2026-01-11T17:12:56.738" v="79" actId="20577"/>
        <pc:sldMkLst>
          <pc:docMk/>
          <pc:sldMk cId="2753512146" sldId="1125"/>
        </pc:sldMkLst>
        <pc:spChg chg="add mod">
          <ac:chgData name="Guest User" userId="S::urn:spo:tenantanon#49edf8e8-7ce8-44bc-8ba6-5e538ffde482::" providerId="AD" clId="Web-{9AFA241E-26DA-509F-EBE8-DF72300E557C}" dt="2026-01-11T17:12:56.738" v="79" actId="20577"/>
          <ac:spMkLst>
            <pc:docMk/>
            <pc:sldMk cId="2753512146" sldId="1125"/>
            <ac:spMk id="4" creationId="{87B3EAC6-3DC1-8638-A54A-4B1584C693F5}"/>
          </ac:spMkLst>
        </pc:spChg>
        <pc:spChg chg="mod">
          <ac:chgData name="Guest User" userId="S::urn:spo:tenantanon#49edf8e8-7ce8-44bc-8ba6-5e538ffde482::" providerId="AD" clId="Web-{9AFA241E-26DA-509F-EBE8-DF72300E557C}" dt="2026-01-11T17:11:19.660" v="42" actId="20577"/>
          <ac:spMkLst>
            <pc:docMk/>
            <pc:sldMk cId="2753512146" sldId="1125"/>
            <ac:spMk id="9" creationId="{0C4771D9-3831-2A0D-E75C-0145FFACF742}"/>
          </ac:spMkLst>
        </pc:spChg>
      </pc:sldChg>
      <pc:sldChg chg="modSp add replId">
        <pc:chgData name="Guest User" userId="S::urn:spo:tenantanon#49edf8e8-7ce8-44bc-8ba6-5e538ffde482::" providerId="AD" clId="Web-{9AFA241E-26DA-509F-EBE8-DF72300E557C}" dt="2026-01-11T17:24:53.740" v="142" actId="20577"/>
        <pc:sldMkLst>
          <pc:docMk/>
          <pc:sldMk cId="992599310" sldId="1126"/>
        </pc:sldMkLst>
        <pc:spChg chg="mod">
          <ac:chgData name="Guest User" userId="S::urn:spo:tenantanon#49edf8e8-7ce8-44bc-8ba6-5e538ffde482::" providerId="AD" clId="Web-{9AFA241E-26DA-509F-EBE8-DF72300E557C}" dt="2026-01-11T17:24:53.740" v="142" actId="20577"/>
          <ac:spMkLst>
            <pc:docMk/>
            <pc:sldMk cId="992599310" sldId="1126"/>
            <ac:spMk id="3" creationId="{87D959DA-40EC-8B38-874E-A761053820A4}"/>
          </ac:spMkLst>
        </pc:spChg>
      </pc:sldChg>
      <pc:sldChg chg="modSp add del replId">
        <pc:chgData name="Guest User" userId="S::urn:spo:tenantanon#49edf8e8-7ce8-44bc-8ba6-5e538ffde482::" providerId="AD" clId="Web-{9AFA241E-26DA-509F-EBE8-DF72300E557C}" dt="2026-01-11T17:25:41.318" v="151"/>
        <pc:sldMkLst>
          <pc:docMk/>
          <pc:sldMk cId="3201477879" sldId="1127"/>
        </pc:sldMkLst>
        <pc:spChg chg="mod">
          <ac:chgData name="Guest User" userId="S::urn:spo:tenantanon#49edf8e8-7ce8-44bc-8ba6-5e538ffde482::" providerId="AD" clId="Web-{9AFA241E-26DA-509F-EBE8-DF72300E557C}" dt="2026-01-11T17:25:37.490" v="150" actId="20577"/>
          <ac:spMkLst>
            <pc:docMk/>
            <pc:sldMk cId="3201477879" sldId="1127"/>
            <ac:spMk id="3" creationId="{B3570F54-47FB-5A7B-771F-FD6ADBE32B6F}"/>
          </ac:spMkLst>
        </pc:spChg>
        <pc:spChg chg="mod">
          <ac:chgData name="Guest User" userId="S::urn:spo:tenantanon#49edf8e8-7ce8-44bc-8ba6-5e538ffde482::" providerId="AD" clId="Web-{9AFA241E-26DA-509F-EBE8-DF72300E557C}" dt="2026-01-11T17:25:22.224" v="145" actId="20577"/>
          <ac:spMkLst>
            <pc:docMk/>
            <pc:sldMk cId="3201477879" sldId="1127"/>
            <ac:spMk id="9" creationId="{82BC17AF-BD99-4126-407E-F5B2067165AC}"/>
          </ac:spMkLst>
        </pc:spChg>
      </pc:sldChg>
      <pc:sldChg chg="addSp delSp modSp new">
        <pc:chgData name="Guest User" userId="S::urn:spo:tenantanon#49edf8e8-7ce8-44bc-8ba6-5e538ffde482::" providerId="AD" clId="Web-{9AFA241E-26DA-509F-EBE8-DF72300E557C}" dt="2026-01-11T17:27:57.599" v="166" actId="20577"/>
        <pc:sldMkLst>
          <pc:docMk/>
          <pc:sldMk cId="3700078247" sldId="1127"/>
        </pc:sldMkLst>
        <pc:spChg chg="mod">
          <ac:chgData name="Guest User" userId="S::urn:spo:tenantanon#49edf8e8-7ce8-44bc-8ba6-5e538ffde482::" providerId="AD" clId="Web-{9AFA241E-26DA-509F-EBE8-DF72300E557C}" dt="2026-01-11T17:26:55.333" v="154" actId="20577"/>
          <ac:spMkLst>
            <pc:docMk/>
            <pc:sldMk cId="3700078247" sldId="1127"/>
            <ac:spMk id="2" creationId="{215D24DE-DCB6-F58D-72A5-AE5125387378}"/>
          </ac:spMkLst>
        </pc:spChg>
        <pc:spChg chg="add del mod">
          <ac:chgData name="Guest User" userId="S::urn:spo:tenantanon#49edf8e8-7ce8-44bc-8ba6-5e538ffde482::" providerId="AD" clId="Web-{9AFA241E-26DA-509F-EBE8-DF72300E557C}" dt="2026-01-11T17:27:57.599" v="166" actId="20577"/>
          <ac:spMkLst>
            <pc:docMk/>
            <pc:sldMk cId="3700078247" sldId="1127"/>
            <ac:spMk id="3" creationId="{5AF47E68-66D3-B31F-7413-A7ECC50D6903}"/>
          </ac:spMkLst>
        </pc:spChg>
        <pc:picChg chg="add del mod ord">
          <ac:chgData name="Guest User" userId="S::urn:spo:tenantanon#49edf8e8-7ce8-44bc-8ba6-5e538ffde482::" providerId="AD" clId="Web-{9AFA241E-26DA-509F-EBE8-DF72300E557C}" dt="2026-01-11T17:27:32.396" v="160"/>
          <ac:picMkLst>
            <pc:docMk/>
            <pc:sldMk cId="3700078247" sldId="1127"/>
            <ac:picMk id="5" creationId="{C00D8A0A-D059-70F8-D587-FAA6DCBA74C9}"/>
          </ac:picMkLst>
        </pc:picChg>
      </pc:sldChg>
      <pc:sldChg chg="new del">
        <pc:chgData name="Guest User" userId="S::urn:spo:tenantanon#49edf8e8-7ce8-44bc-8ba6-5e538ffde482::" providerId="AD" clId="Web-{9AFA241E-26DA-509F-EBE8-DF72300E557C}" dt="2026-01-11T17:28:22.255" v="168"/>
        <pc:sldMkLst>
          <pc:docMk/>
          <pc:sldMk cId="131658702" sldId="1128"/>
        </pc:sldMkLst>
      </pc:sldChg>
      <pc:sldChg chg="modSp add replId">
        <pc:chgData name="Guest User" userId="S::urn:spo:tenantanon#49edf8e8-7ce8-44bc-8ba6-5e538ffde482::" providerId="AD" clId="Web-{9AFA241E-26DA-509F-EBE8-DF72300E557C}" dt="2026-01-11T17:30:55.590" v="178" actId="20577"/>
        <pc:sldMkLst>
          <pc:docMk/>
          <pc:sldMk cId="3384465610" sldId="1128"/>
        </pc:sldMkLst>
        <pc:spChg chg="mod">
          <ac:chgData name="Guest User" userId="S::urn:spo:tenantanon#49edf8e8-7ce8-44bc-8ba6-5e538ffde482::" providerId="AD" clId="Web-{9AFA241E-26DA-509F-EBE8-DF72300E557C}" dt="2026-01-11T17:30:55.590" v="178" actId="20577"/>
          <ac:spMkLst>
            <pc:docMk/>
            <pc:sldMk cId="3384465610" sldId="1128"/>
            <ac:spMk id="3" creationId="{7BBB314F-AB60-0E5B-083B-7E492B71E82D}"/>
          </ac:spMkLst>
        </pc:spChg>
      </pc:sldChg>
      <pc:sldChg chg="modSp add replId">
        <pc:chgData name="Guest User" userId="S::urn:spo:tenantanon#49edf8e8-7ce8-44bc-8ba6-5e538ffde482::" providerId="AD" clId="Web-{9AFA241E-26DA-509F-EBE8-DF72300E557C}" dt="2026-01-11T17:46:38.020" v="374" actId="20577"/>
        <pc:sldMkLst>
          <pc:docMk/>
          <pc:sldMk cId="2159063532" sldId="1129"/>
        </pc:sldMkLst>
        <pc:spChg chg="mod">
          <ac:chgData name="Guest User" userId="S::urn:spo:tenantanon#49edf8e8-7ce8-44bc-8ba6-5e538ffde482::" providerId="AD" clId="Web-{9AFA241E-26DA-509F-EBE8-DF72300E557C}" dt="2026-01-11T17:33:42.388" v="192" actId="20577"/>
          <ac:spMkLst>
            <pc:docMk/>
            <pc:sldMk cId="2159063532" sldId="1129"/>
            <ac:spMk id="2" creationId="{E9D3D5E3-F632-3523-E372-48D815B8A86C}"/>
          </ac:spMkLst>
        </pc:spChg>
        <pc:spChg chg="mod">
          <ac:chgData name="Guest User" userId="S::urn:spo:tenantanon#49edf8e8-7ce8-44bc-8ba6-5e538ffde482::" providerId="AD" clId="Web-{9AFA241E-26DA-509F-EBE8-DF72300E557C}" dt="2026-01-11T17:46:38.020" v="374" actId="20577"/>
          <ac:spMkLst>
            <pc:docMk/>
            <pc:sldMk cId="2159063532" sldId="1129"/>
            <ac:spMk id="3" creationId="{99093330-A3D9-4F5B-D3AF-2073884BC6D8}"/>
          </ac:spMkLst>
        </pc:spChg>
      </pc:sldChg>
      <pc:sldChg chg="modSp new">
        <pc:chgData name="Guest User" userId="S::urn:spo:tenantanon#49edf8e8-7ce8-44bc-8ba6-5e538ffde482::" providerId="AD" clId="Web-{9AFA241E-26DA-509F-EBE8-DF72300E557C}" dt="2026-01-11T17:35:56.674" v="215" actId="20577"/>
        <pc:sldMkLst>
          <pc:docMk/>
          <pc:sldMk cId="236518948" sldId="1130"/>
        </pc:sldMkLst>
        <pc:spChg chg="mod">
          <ac:chgData name="Guest User" userId="S::urn:spo:tenantanon#49edf8e8-7ce8-44bc-8ba6-5e538ffde482::" providerId="AD" clId="Web-{9AFA241E-26DA-509F-EBE8-DF72300E557C}" dt="2026-01-11T17:35:01.392" v="209" actId="20577"/>
          <ac:spMkLst>
            <pc:docMk/>
            <pc:sldMk cId="236518948" sldId="1130"/>
            <ac:spMk id="2" creationId="{4B5A524E-83B0-B377-597B-F0A6139800B4}"/>
          </ac:spMkLst>
        </pc:spChg>
        <pc:spChg chg="mod">
          <ac:chgData name="Guest User" userId="S::urn:spo:tenantanon#49edf8e8-7ce8-44bc-8ba6-5e538ffde482::" providerId="AD" clId="Web-{9AFA241E-26DA-509F-EBE8-DF72300E557C}" dt="2026-01-11T17:35:56.674" v="215" actId="20577"/>
          <ac:spMkLst>
            <pc:docMk/>
            <pc:sldMk cId="236518948" sldId="1130"/>
            <ac:spMk id="3" creationId="{70B622C9-FE52-ED6A-4296-18636740DF0B}"/>
          </ac:spMkLst>
        </pc:spChg>
      </pc:sldChg>
      <pc:sldChg chg="modSp new">
        <pc:chgData name="Guest User" userId="S::urn:spo:tenantanon#49edf8e8-7ce8-44bc-8ba6-5e538ffde482::" providerId="AD" clId="Web-{9AFA241E-26DA-509F-EBE8-DF72300E557C}" dt="2026-01-11T17:38:18.799" v="276" actId="20577"/>
        <pc:sldMkLst>
          <pc:docMk/>
          <pc:sldMk cId="3324229745" sldId="1131"/>
        </pc:sldMkLst>
        <pc:spChg chg="mod">
          <ac:chgData name="Guest User" userId="S::urn:spo:tenantanon#49edf8e8-7ce8-44bc-8ba6-5e538ffde482::" providerId="AD" clId="Web-{9AFA241E-26DA-509F-EBE8-DF72300E557C}" dt="2026-01-11T17:37:01.939" v="256" actId="20577"/>
          <ac:spMkLst>
            <pc:docMk/>
            <pc:sldMk cId="3324229745" sldId="1131"/>
            <ac:spMk id="2" creationId="{6C64E82B-2568-7944-55E0-0E4EB9D69EFC}"/>
          </ac:spMkLst>
        </pc:spChg>
        <pc:spChg chg="mod">
          <ac:chgData name="Guest User" userId="S::urn:spo:tenantanon#49edf8e8-7ce8-44bc-8ba6-5e538ffde482::" providerId="AD" clId="Web-{9AFA241E-26DA-509F-EBE8-DF72300E557C}" dt="2026-01-11T17:38:18.799" v="276" actId="20577"/>
          <ac:spMkLst>
            <pc:docMk/>
            <pc:sldMk cId="3324229745" sldId="1131"/>
            <ac:spMk id="3" creationId="{BDE8534D-D58A-EDE0-6E80-44813F12C199}"/>
          </ac:spMkLst>
        </pc:spChg>
      </pc:sldChg>
      <pc:sldChg chg="modSp new">
        <pc:chgData name="Guest User" userId="S::urn:spo:tenantanon#49edf8e8-7ce8-44bc-8ba6-5e538ffde482::" providerId="AD" clId="Web-{9AFA241E-26DA-509F-EBE8-DF72300E557C}" dt="2026-01-11T17:39:32.143" v="287" actId="20577"/>
        <pc:sldMkLst>
          <pc:docMk/>
          <pc:sldMk cId="2179840797" sldId="1132"/>
        </pc:sldMkLst>
        <pc:spChg chg="mod">
          <ac:chgData name="Guest User" userId="S::urn:spo:tenantanon#49edf8e8-7ce8-44bc-8ba6-5e538ffde482::" providerId="AD" clId="Web-{9AFA241E-26DA-509F-EBE8-DF72300E557C}" dt="2026-01-11T17:38:56.877" v="282" actId="20577"/>
          <ac:spMkLst>
            <pc:docMk/>
            <pc:sldMk cId="2179840797" sldId="1132"/>
            <ac:spMk id="2" creationId="{ECD224E4-F505-EF95-672B-9C420F07D6EA}"/>
          </ac:spMkLst>
        </pc:spChg>
        <pc:spChg chg="mod">
          <ac:chgData name="Guest User" userId="S::urn:spo:tenantanon#49edf8e8-7ce8-44bc-8ba6-5e538ffde482::" providerId="AD" clId="Web-{9AFA241E-26DA-509F-EBE8-DF72300E557C}" dt="2026-01-11T17:39:32.143" v="287" actId="20577"/>
          <ac:spMkLst>
            <pc:docMk/>
            <pc:sldMk cId="2179840797" sldId="1132"/>
            <ac:spMk id="3" creationId="{87F6AA92-46B2-7198-060E-5EC480AD5C57}"/>
          </ac:spMkLst>
        </pc:spChg>
      </pc:sldChg>
      <pc:sldChg chg="modSp add replId">
        <pc:chgData name="Guest User" userId="S::urn:spo:tenantanon#49edf8e8-7ce8-44bc-8ba6-5e538ffde482::" providerId="AD" clId="Web-{9AFA241E-26DA-509F-EBE8-DF72300E557C}" dt="2026-01-11T17:40:46.363" v="300" actId="20577"/>
        <pc:sldMkLst>
          <pc:docMk/>
          <pc:sldMk cId="3169649380" sldId="1133"/>
        </pc:sldMkLst>
        <pc:spChg chg="mod">
          <ac:chgData name="Guest User" userId="S::urn:spo:tenantanon#49edf8e8-7ce8-44bc-8ba6-5e538ffde482::" providerId="AD" clId="Web-{9AFA241E-26DA-509F-EBE8-DF72300E557C}" dt="2026-01-11T17:40:46.363" v="300" actId="20577"/>
          <ac:spMkLst>
            <pc:docMk/>
            <pc:sldMk cId="3169649380" sldId="1133"/>
            <ac:spMk id="3" creationId="{AC2A40AB-EF11-5014-126B-2EC6AF652948}"/>
          </ac:spMkLst>
        </pc:spChg>
      </pc:sldChg>
      <pc:sldChg chg="modSp new">
        <pc:chgData name="Guest User" userId="S::urn:spo:tenantanon#49edf8e8-7ce8-44bc-8ba6-5e538ffde482::" providerId="AD" clId="Web-{9AFA241E-26DA-509F-EBE8-DF72300E557C}" dt="2026-01-11T17:44:54.082" v="318" actId="20577"/>
        <pc:sldMkLst>
          <pc:docMk/>
          <pc:sldMk cId="3863320051" sldId="1134"/>
        </pc:sldMkLst>
        <pc:spChg chg="mod">
          <ac:chgData name="Guest User" userId="S::urn:spo:tenantanon#49edf8e8-7ce8-44bc-8ba6-5e538ffde482::" providerId="AD" clId="Web-{9AFA241E-26DA-509F-EBE8-DF72300E557C}" dt="2026-01-11T17:44:26.723" v="314" actId="20577"/>
          <ac:spMkLst>
            <pc:docMk/>
            <pc:sldMk cId="3863320051" sldId="1134"/>
            <ac:spMk id="2" creationId="{413A7B5D-D6E3-9E7C-869C-F7EF15DA167F}"/>
          </ac:spMkLst>
        </pc:spChg>
        <pc:spChg chg="mod">
          <ac:chgData name="Guest User" userId="S::urn:spo:tenantanon#49edf8e8-7ce8-44bc-8ba6-5e538ffde482::" providerId="AD" clId="Web-{9AFA241E-26DA-509F-EBE8-DF72300E557C}" dt="2026-01-11T17:44:54.082" v="318" actId="20577"/>
          <ac:spMkLst>
            <pc:docMk/>
            <pc:sldMk cId="3863320051" sldId="1134"/>
            <ac:spMk id="3" creationId="{149B4CD2-4EC6-5652-82B6-0BF9C7C9371E}"/>
          </ac:spMkLst>
        </pc:spChg>
      </pc:sldChg>
      <pc:sldChg chg="modSp new">
        <pc:chgData name="Guest User" userId="S::urn:spo:tenantanon#49edf8e8-7ce8-44bc-8ba6-5e538ffde482::" providerId="AD" clId="Web-{9AFA241E-26DA-509F-EBE8-DF72300E557C}" dt="2026-01-11T17:48:01.919" v="394" actId="20577"/>
        <pc:sldMkLst>
          <pc:docMk/>
          <pc:sldMk cId="273574523" sldId="1135"/>
        </pc:sldMkLst>
        <pc:spChg chg="mod">
          <ac:chgData name="Guest User" userId="S::urn:spo:tenantanon#49edf8e8-7ce8-44bc-8ba6-5e538ffde482::" providerId="AD" clId="Web-{9AFA241E-26DA-509F-EBE8-DF72300E557C}" dt="2026-01-11T17:47:15.180" v="382" actId="20577"/>
          <ac:spMkLst>
            <pc:docMk/>
            <pc:sldMk cId="273574523" sldId="1135"/>
            <ac:spMk id="2" creationId="{E48C12F3-CA7E-0AAC-D250-8CA9F50832AE}"/>
          </ac:spMkLst>
        </pc:spChg>
        <pc:spChg chg="mod">
          <ac:chgData name="Guest User" userId="S::urn:spo:tenantanon#49edf8e8-7ce8-44bc-8ba6-5e538ffde482::" providerId="AD" clId="Web-{9AFA241E-26DA-509F-EBE8-DF72300E557C}" dt="2026-01-11T17:48:01.919" v="394" actId="20577"/>
          <ac:spMkLst>
            <pc:docMk/>
            <pc:sldMk cId="273574523" sldId="1135"/>
            <ac:spMk id="3" creationId="{ACE89EEB-6A17-0B32-4094-D44AF259AE79}"/>
          </ac:spMkLst>
        </pc:spChg>
      </pc:sldChg>
      <pc:sldChg chg="modSp add replId">
        <pc:chgData name="Guest User" userId="S::urn:spo:tenantanon#49edf8e8-7ce8-44bc-8ba6-5e538ffde482::" providerId="AD" clId="Web-{9AFA241E-26DA-509F-EBE8-DF72300E557C}" dt="2026-01-11T17:49:44.872" v="422" actId="14100"/>
        <pc:sldMkLst>
          <pc:docMk/>
          <pc:sldMk cId="1149966480" sldId="1136"/>
        </pc:sldMkLst>
        <pc:spChg chg="mod">
          <ac:chgData name="Guest User" userId="S::urn:spo:tenantanon#49edf8e8-7ce8-44bc-8ba6-5e538ffde482::" providerId="AD" clId="Web-{9AFA241E-26DA-509F-EBE8-DF72300E557C}" dt="2026-01-11T17:49:44.872" v="422" actId="14100"/>
          <ac:spMkLst>
            <pc:docMk/>
            <pc:sldMk cId="1149966480" sldId="1136"/>
            <ac:spMk id="4" creationId="{E1691CC0-C477-7D69-81CB-2C2BE8AD1A7D}"/>
          </ac:spMkLst>
        </pc:spChg>
      </pc:sldChg>
    </pc:docChg>
  </pc:docChgLst>
  <pc:docChgLst>
    <pc:chgData clId="Web-{9AFA241E-26DA-509F-EBE8-DF72300E557C}"/>
    <pc:docChg chg="addSld">
      <pc:chgData name="" userId="" providerId="" clId="Web-{9AFA241E-26DA-509F-EBE8-DF72300E557C}" dt="2026-01-11T17:05:29.184" v="0"/>
      <pc:docMkLst>
        <pc:docMk/>
      </pc:docMkLst>
      <pc:sldChg chg="new">
        <pc:chgData name="" userId="" providerId="" clId="Web-{9AFA241E-26DA-509F-EBE8-DF72300E557C}" dt="2026-01-11T17:05:29.184" v="0"/>
        <pc:sldMkLst>
          <pc:docMk/>
          <pc:sldMk cId="1194291711" sldId="112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1E8CBA-0881-2319-7F58-773816D3A1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E0D980A-EB51-35A1-8BCF-69700F57BF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2DF404-3878-433B-A0A6-B0550DE0ECCB}" type="datetimeFigureOut">
              <a:rPr lang="en-IN" smtClean="0"/>
              <a:t>11-01-2026</a:t>
            </a:fld>
            <a:endParaRPr lang="en-IN"/>
          </a:p>
        </p:txBody>
      </p:sp>
      <p:sp>
        <p:nvSpPr>
          <p:cNvPr id="4" name="Footer Placeholder 3">
            <a:extLst>
              <a:ext uri="{FF2B5EF4-FFF2-40B4-BE49-F238E27FC236}">
                <a16:creationId xmlns:a16="http://schemas.microsoft.com/office/drawing/2014/main" id="{E5A85A65-92A3-B0B5-1E61-4B050E789D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F996F57-7F82-FF97-20D1-8A490771D67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329F62-D634-4904-AB11-F130E2E4085D}" type="slidenum">
              <a:rPr lang="en-IN" smtClean="0"/>
              <a:t>‹#›</a:t>
            </a:fld>
            <a:endParaRPr lang="en-IN"/>
          </a:p>
        </p:txBody>
      </p:sp>
    </p:spTree>
    <p:extLst>
      <p:ext uri="{BB962C8B-B14F-4D97-AF65-F5344CB8AC3E}">
        <p14:creationId xmlns:p14="http://schemas.microsoft.com/office/powerpoint/2010/main" val="4218370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82EEB-7ACD-47FE-8DDD-477AE8E2D78F}" type="datetimeFigureOut">
              <a:rPr lang="en-IN" smtClean="0"/>
              <a:t>11-01-2026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43778-CF55-444F-B3CC-131C85997146}" type="slidenum">
              <a:rPr lang="en-IN" smtClean="0"/>
              <a:t>‹#›</a:t>
            </a:fld>
            <a:endParaRPr lang="en-IN"/>
          </a:p>
        </p:txBody>
      </p:sp>
    </p:spTree>
    <p:extLst>
      <p:ext uri="{BB962C8B-B14F-4D97-AF65-F5344CB8AC3E}">
        <p14:creationId xmlns:p14="http://schemas.microsoft.com/office/powerpoint/2010/main" val="4095896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CE4358B5-7659-068F-9748-344249CCA0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EBC7A81D-F6A2-08A8-27EF-E09B50BFAD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1F661513-9868-FA12-91D9-3DB060D81B5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879653-3886-40D9-BD24-AC84F7AB4CB3}"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
        <p:nvSpPr>
          <p:cNvPr id="22533" name="Header Placeholder 4">
            <a:extLst>
              <a:ext uri="{FF2B5EF4-FFF2-40B4-BE49-F238E27FC236}">
                <a16:creationId xmlns:a16="http://schemas.microsoft.com/office/drawing/2014/main" id="{3E67D9EC-C8D0-E3A2-A2D5-07EBA47E9254}"/>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2DDBA-5360-68ED-EBC1-0AA30FAECBE8}"/>
            </a:ext>
          </a:extLst>
        </p:cNvPr>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AF6E133C-10DC-6D7D-E304-799D67FF1B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3F577782-16A3-A566-D696-761518168E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F6E3EDA0-F4BB-A32C-9190-74EBA7795C7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879653-3886-40D9-BD24-AC84F7AB4CB3}"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
        <p:nvSpPr>
          <p:cNvPr id="22533" name="Header Placeholder 4">
            <a:extLst>
              <a:ext uri="{FF2B5EF4-FFF2-40B4-BE49-F238E27FC236}">
                <a16:creationId xmlns:a16="http://schemas.microsoft.com/office/drawing/2014/main" id="{F073D8F1-5E54-CFFE-5497-0A7A8FEB73E6}"/>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extLst>
      <p:ext uri="{BB962C8B-B14F-4D97-AF65-F5344CB8AC3E}">
        <p14:creationId xmlns:p14="http://schemas.microsoft.com/office/powerpoint/2010/main" val="2223655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F9CD4-1DE6-EC1A-0E21-564540A8E990}"/>
            </a:ext>
          </a:extLst>
        </p:cNvPr>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8ED5FC7C-7239-A979-94A3-8F00D54850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D61E4C36-E6EB-475E-1742-0EC8C3297A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D1573558-2C0B-CB0C-95F5-3F3D380C4D9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879653-3886-40D9-BD24-AC84F7AB4CB3}"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
        <p:nvSpPr>
          <p:cNvPr id="22533" name="Header Placeholder 4">
            <a:extLst>
              <a:ext uri="{FF2B5EF4-FFF2-40B4-BE49-F238E27FC236}">
                <a16:creationId xmlns:a16="http://schemas.microsoft.com/office/drawing/2014/main" id="{44EE8939-DB7A-2AFE-CDE9-28B515D9A698}"/>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extLst>
      <p:ext uri="{BB962C8B-B14F-4D97-AF65-F5344CB8AC3E}">
        <p14:creationId xmlns:p14="http://schemas.microsoft.com/office/powerpoint/2010/main" val="2281430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A944-A346-3B18-8AEC-B4E3495B3B8C}"/>
            </a:ext>
          </a:extLst>
        </p:cNvPr>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5C46E1D6-0D8D-4337-41C0-6E676EC20D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87577FF6-5D1F-59C6-0923-12560E7BA0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639DE7E1-DDDC-2F2A-0D2A-19F46FE5C9A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879653-3886-40D9-BD24-AC84F7AB4CB3}"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
        <p:nvSpPr>
          <p:cNvPr id="22533" name="Header Placeholder 4">
            <a:extLst>
              <a:ext uri="{FF2B5EF4-FFF2-40B4-BE49-F238E27FC236}">
                <a16:creationId xmlns:a16="http://schemas.microsoft.com/office/drawing/2014/main" id="{C9646605-1EAB-1658-8126-4CCA6D8B9E68}"/>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extLst>
      <p:ext uri="{BB962C8B-B14F-4D97-AF65-F5344CB8AC3E}">
        <p14:creationId xmlns:p14="http://schemas.microsoft.com/office/powerpoint/2010/main" val="903072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E0786553-99D9-9C7C-9E3F-3DC75A3B0A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88237BAF-50C5-87C1-3170-2F7A0A190E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a:extLst>
              <a:ext uri="{FF2B5EF4-FFF2-40B4-BE49-F238E27FC236}">
                <a16:creationId xmlns:a16="http://schemas.microsoft.com/office/drawing/2014/main" id="{A672CEE7-C5B4-BD73-D726-0CE21A9020D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4DF886-BE91-46C0-9670-713C0578145C}"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
        <p:nvSpPr>
          <p:cNvPr id="23557" name="Header Placeholder 4">
            <a:extLst>
              <a:ext uri="{FF2B5EF4-FFF2-40B4-BE49-F238E27FC236}">
                <a16:creationId xmlns:a16="http://schemas.microsoft.com/office/drawing/2014/main" id="{D6B56124-74B4-5011-E018-B1F236069E68}"/>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5E4E0-E2B2-004A-4EBA-0F5CC38B4FB9}"/>
            </a:ext>
          </a:extLst>
        </p:cNvPr>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CEB2502-6621-CBE5-3998-6BC958A71C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58D2553F-FEF8-DA21-AB13-E27B0C847B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a:extLst>
              <a:ext uri="{FF2B5EF4-FFF2-40B4-BE49-F238E27FC236}">
                <a16:creationId xmlns:a16="http://schemas.microsoft.com/office/drawing/2014/main" id="{D08899F2-F01C-77D0-5DE6-D9EC213FC6D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4DF886-BE91-46C0-9670-713C0578145C}"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
        <p:nvSpPr>
          <p:cNvPr id="23557" name="Header Placeholder 4">
            <a:extLst>
              <a:ext uri="{FF2B5EF4-FFF2-40B4-BE49-F238E27FC236}">
                <a16:creationId xmlns:a16="http://schemas.microsoft.com/office/drawing/2014/main" id="{8A268F7A-B46D-CBCA-5120-AD568AD7CEB0}"/>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extLst>
      <p:ext uri="{BB962C8B-B14F-4D97-AF65-F5344CB8AC3E}">
        <p14:creationId xmlns:p14="http://schemas.microsoft.com/office/powerpoint/2010/main" val="1356525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02AD-06D0-3C26-20F9-22B186D0CB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F616D0-C173-C3EC-9A42-1CEB5C5323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7EDC4F-FC6E-D89C-6884-284025A63D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F1058F9-AC99-971E-B1E9-3ED72A91170A}"/>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90ADC3B-6E10-FD36-5616-54DDDDD5FD6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4056877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ECDB3-7998-CA81-7656-D5818227E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41D27C-0C07-023D-8782-2B2A0D9BB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685CCB-7AB0-32C3-68B0-30EA13FF6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52DC121-40F8-028A-2341-F523C4347305}"/>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206BE26C-49D3-7F4E-518D-D8E1B242AC3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771798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AC09-269C-A309-7FC5-FF9DDE058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60B6E7-AA15-3136-EEF5-0E427D77A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7B2C7D-9334-D96B-8C5F-5CC6A9C06F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7D1DF42-F271-BAFE-6DF7-440EBD4A12E1}"/>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CB8A5725-EF56-46DE-CD30-0E2058BBC3A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32115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77EB-4981-4621-92D5-832C47DA12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F08B5-D479-DD1E-7BBC-999597431E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DEE462-C966-BEC8-1C19-B80551845B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D57841-8D3F-3F81-7BBC-F0E739EA379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030E2A1-FDC4-6F6B-A981-597C178D6C5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FA1B127E-93AF-408F-65F8-123B4ED26CE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51630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6A49-1C7D-2A3B-CD22-02DF31AE20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CF41F1-33BC-C161-F5B3-585F0349F0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3D112C-0E84-F3E8-2C94-74A31C02B7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454EC4-9A5D-9360-5ADC-CD0AD8FD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C2ADD6-23E5-BC12-75D6-6F01EFA7E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C67229-9B55-5AA7-D1B6-8EB95705AA8A}"/>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63A4A34-252B-7ED4-473A-E73C24FAEEF1}"/>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2284C530-DAAC-FAC5-FA5A-F611EB1F6B0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894175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635C-55F1-4358-6DCA-CC17CDEAD3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6963A9-D552-CF4A-A16F-6EBB4E01DD5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9116F48-34F9-7E95-D9A7-4FF294650EC1}"/>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AB0578E7-BB70-E831-22BD-D9E079953B58}"/>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053556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825379-EC1A-F354-DED8-BBF15349D873}"/>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11DE727-5965-18A2-8FB0-B9F4301622C3}"/>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125B11D4-3A33-A524-31E6-B3CA7FA2CDA6}"/>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33294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F144-D785-233C-3195-66966616C0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754D6F-F06D-1FF5-1D5C-77CB4BAAAE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0AFE3F-6B17-16AF-BF5E-08F8724F7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CA57CD-53DE-2919-6961-677E13F6DEF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D1DBCD6-B53F-6671-F9B2-F4AD7E58E68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15479B21-D0C3-0040-45AA-A6E1375F9E13}"/>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11974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A9C4-657A-5A99-0517-7175621B1C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34F5E1-E980-F929-2831-BD3A13788C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55CA1-047A-ED4E-342B-E468902F8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48C991-F579-13B2-5027-56ADD3A51F9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5A2E0E3-780C-1F47-202E-E6715C67FBC7}"/>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C3DF4BA5-2FAA-80A6-096B-E37969981462}"/>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97936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F918-D3D6-8CC1-F3D7-754DB5F946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6FA95-73D1-FBA8-68F9-48697A4272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5C640-3625-BA45-2825-6B372DFC9C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2C9B23A-9301-D9B6-928C-56EBC52BAEA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05C24FA-2D03-4E89-3566-47D4E5DACA74}"/>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382667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DAFA73-CD9F-B47A-D257-FB7BBD519D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FD3D1-F82C-33FD-A2E5-D9AA39BD7F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4283F-0316-9AF0-8515-372B3157A5C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214F38-CF4A-E025-AB05-A36971B3E1F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ECBEE0DF-7D6A-00E8-58F3-540AB2FDA7BB}"/>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499000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DD70-D4E9-E051-93B0-B6241FE313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F03FBF-F8B1-2913-8684-CC7AC2EED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045F60-2988-7780-772C-38B238F68C5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E345881-0C94-7892-2D8B-6718111FC07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307535E0-A846-466A-C684-2C77FB275C9A}"/>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3533071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19A2-860E-021C-F5C7-3764F926DB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B79C5E-D534-82CF-74D5-CA4BE70D6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C35CF2-691E-038E-B463-95748875492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620DD6-1C03-7DFB-3CB1-75E9491A864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0EB68209-C9F8-0C2D-5469-D82AE2D47EA4}"/>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039072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9235-4BD3-DB53-1182-FAF8E90BAC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8B9973-02E7-6005-2FE8-F89E987D2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4A3B09-88AA-DBDC-281A-420A20A0897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6F507E5-7455-5011-C9CE-8899890CDCDF}"/>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3CDE68D3-12F5-7CD5-382D-21A0D4E296FB}"/>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424682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230E-5971-6128-0B08-B46F63C9A4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674030-6B52-6D08-FF39-AD0942B430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B6FDB6-0C8D-BDA6-22BD-54F5C7DCA5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BC4244-BDF3-5771-333E-72A8FA7E29A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F137E99-F46B-E7F1-6DF0-361D9E4EC891}"/>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657894AA-CF39-DCB1-D0AE-F189F9613602}"/>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242162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ECAB-DF20-D6DE-5AD3-93B64522F2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89C9E5-506F-BD59-7DB4-DC4059EE8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1621C2-45FE-4205-8A21-E0D0069CE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A3B77-F468-D9D7-9A3E-8CB4A2E9A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5ADE7E-99F9-264E-D088-D7A4247EB5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EA97E8-64C6-9129-47B4-9B02FAF4FD52}"/>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7B8A9493-4BD7-2AA7-C13E-E31E4E9EEC20}"/>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40A56679-242C-F8F4-D488-9A6A2B18FCD8}"/>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678143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9F99-6B36-8444-FC90-4A3ED6C003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F7FF67-00DA-B280-B297-B27288B6BB7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825CD7A5-2C4E-0460-BBFB-BBA452712CBA}"/>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3FF51D4F-4C98-1635-E9E7-F54C0E1A85FE}"/>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203607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D8B968-E3F4-D67A-89D2-53385901818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4DB1EBD-B079-5054-F3BD-9BC1BD966A70}"/>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26DF4AA7-A474-A056-18FC-877E8B9385A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537704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98E9-E087-4DA1-3318-EFFF1A458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64E103-9176-61A0-F11D-755BDDDA3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94CAD8-A6CB-E57C-106C-B6EAC0B31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304D2-37F2-0D7F-DCAE-C45E6302CE3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8330964-2C4F-DA98-9380-E42A2985E8D0}"/>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D41EC6FF-800E-A4D3-0082-6D31E3729141}"/>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3381178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CE578-EA1E-FF5E-F760-24CBAC928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2CAA13-1CC8-AD0D-F19A-69C5059841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3197EA-883C-AABA-8A0F-0B9DF9BAE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58EF14-A45F-A560-9810-C2B7A2A95D2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1CA49CB-C4CE-A48A-7859-4D1717327174}"/>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B9C5C734-DB28-7D1D-7243-E066D882686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943520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3BF0-8509-488F-E7F9-04792E44A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14171A-71DE-251E-055E-19A5282778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E0E3C4-14DE-67C9-2339-DBC9148DE2D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3683D41-C3AD-8446-9C34-C60A9550774D}"/>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78B267B7-DDEB-6FF4-58C1-6DDAFD06D97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86859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C9F57E-7FBB-1986-5AFC-1E436B4D24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2007D2-6BF6-937D-E3D6-51EC2A15FF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B1464-F385-6D4D-8144-918017281FC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1CC8598-0475-C953-9F14-8BCFAF1D856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F740B728-0714-11E0-5C87-6763F8C3D70B}"/>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264522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A2B7-B1AA-E896-E6A0-D221F717DD2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2D6CDF-2C40-E166-123D-DD6178F363C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985193-278A-5B53-A5FF-F88E55AD8F03}"/>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a:extLst>
              <a:ext uri="{FF2B5EF4-FFF2-40B4-BE49-F238E27FC236}">
                <a16:creationId xmlns:a16="http://schemas.microsoft.com/office/drawing/2014/main" id="{EDEBCA53-2E31-DF74-5A40-55FFB257186A}"/>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6" name="Slide Number Placeholder 5">
            <a:extLst>
              <a:ext uri="{FF2B5EF4-FFF2-40B4-BE49-F238E27FC236}">
                <a16:creationId xmlns:a16="http://schemas.microsoft.com/office/drawing/2014/main" id="{4E06F3D2-2D51-E9B7-5A24-F182CC478837}"/>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30048831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6637C-0BC5-F260-AA3D-6A83F092F8B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7C641D-0F0B-FDF7-0B05-8632B218693F}"/>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0E946-5E98-5506-A2BF-EE7285FC787A}"/>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a:extLst>
              <a:ext uri="{FF2B5EF4-FFF2-40B4-BE49-F238E27FC236}">
                <a16:creationId xmlns:a16="http://schemas.microsoft.com/office/drawing/2014/main" id="{BE285B9E-2DE7-0208-0B1F-89AF89763AD7}"/>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6" name="Slide Number Placeholder 5">
            <a:extLst>
              <a:ext uri="{FF2B5EF4-FFF2-40B4-BE49-F238E27FC236}">
                <a16:creationId xmlns:a16="http://schemas.microsoft.com/office/drawing/2014/main" id="{AF154AD0-42CC-AE5E-90D8-ABFAA5D5710C}"/>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1249017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AAEA-4F85-8FAA-6BF5-326967935A9C}"/>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55E9E3-6EB5-95B0-1E48-4CF62A61128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6D0B70-D675-8E0E-8173-F75241666A0B}"/>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a:extLst>
              <a:ext uri="{FF2B5EF4-FFF2-40B4-BE49-F238E27FC236}">
                <a16:creationId xmlns:a16="http://schemas.microsoft.com/office/drawing/2014/main" id="{9E1EC034-C1BD-05C5-E9A8-EA82081D3FE2}"/>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6" name="Slide Number Placeholder 5">
            <a:extLst>
              <a:ext uri="{FF2B5EF4-FFF2-40B4-BE49-F238E27FC236}">
                <a16:creationId xmlns:a16="http://schemas.microsoft.com/office/drawing/2014/main" id="{346DF6E8-2D76-990E-8EF4-96840CE53368}"/>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787121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FC97-75DF-B822-3D53-B55F5DB371F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11CAF4-4797-157B-9D45-30F032CCC27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6AE989-500E-F32E-F4D3-004AA191D1BD}"/>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AA2772-851E-D325-14B0-3EDDD3FF9F45}"/>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a:extLst>
              <a:ext uri="{FF2B5EF4-FFF2-40B4-BE49-F238E27FC236}">
                <a16:creationId xmlns:a16="http://schemas.microsoft.com/office/drawing/2014/main" id="{1B967972-C519-4DFD-CDFA-0A36CFE4D885}"/>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7" name="Slide Number Placeholder 6">
            <a:extLst>
              <a:ext uri="{FF2B5EF4-FFF2-40B4-BE49-F238E27FC236}">
                <a16:creationId xmlns:a16="http://schemas.microsoft.com/office/drawing/2014/main" id="{5952D775-AD9D-9AC4-01E5-DBD1465B78B1}"/>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6558478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DBF7-61AB-765E-A9D3-DDFC0D3EFE7D}"/>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4C0348-0B1A-94A8-F73A-58BCEFC093D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E78F21-F86C-1769-263B-183D1046431B}"/>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3B8BB9-41A2-5F92-805D-53D5983D6FA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6CF97B-1C0B-F5FD-84A1-27228025DDC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6669FD-7A0B-2A53-BD69-CF26B1B2B6EE}"/>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8" name="Footer Placeholder 7">
            <a:extLst>
              <a:ext uri="{FF2B5EF4-FFF2-40B4-BE49-F238E27FC236}">
                <a16:creationId xmlns:a16="http://schemas.microsoft.com/office/drawing/2014/main" id="{A81AF0F9-EA06-5930-FDC2-463B83A20FD4}"/>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9" name="Slide Number Placeholder 8">
            <a:extLst>
              <a:ext uri="{FF2B5EF4-FFF2-40B4-BE49-F238E27FC236}">
                <a16:creationId xmlns:a16="http://schemas.microsoft.com/office/drawing/2014/main" id="{6DE03B56-6DD5-6731-4F57-21F935D85F64}"/>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002022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4A30-595F-C4B9-094E-48527DE0E44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980D6EE-09C4-A66F-3C26-F57083210DE1}"/>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4" name="Footer Placeholder 3">
            <a:extLst>
              <a:ext uri="{FF2B5EF4-FFF2-40B4-BE49-F238E27FC236}">
                <a16:creationId xmlns:a16="http://schemas.microsoft.com/office/drawing/2014/main" id="{C20D9B2E-EA8F-50B2-0F6F-2FE12481113B}"/>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5" name="Slide Number Placeholder 4">
            <a:extLst>
              <a:ext uri="{FF2B5EF4-FFF2-40B4-BE49-F238E27FC236}">
                <a16:creationId xmlns:a16="http://schemas.microsoft.com/office/drawing/2014/main" id="{E530AAF5-ECB9-6C51-C1F8-132B2279248B}"/>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537446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0111C5-C0E4-6E1B-27DB-E269EA5CCAB5}"/>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3" name="Footer Placeholder 2">
            <a:extLst>
              <a:ext uri="{FF2B5EF4-FFF2-40B4-BE49-F238E27FC236}">
                <a16:creationId xmlns:a16="http://schemas.microsoft.com/office/drawing/2014/main" id="{2D5BFAC1-3C64-982C-3485-967A4EF0D304}"/>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4" name="Slide Number Placeholder 3">
            <a:extLst>
              <a:ext uri="{FF2B5EF4-FFF2-40B4-BE49-F238E27FC236}">
                <a16:creationId xmlns:a16="http://schemas.microsoft.com/office/drawing/2014/main" id="{0F0A6027-C52F-4248-C698-F0AE14D4F6FB}"/>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42635865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12F2-BE50-7607-DA04-19C07461BD7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32E7C7-2B15-EDEA-06B6-24160AD3D1D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A6485E-8251-E030-4B64-C93A7830678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2D075-465F-C76C-0605-62470582F787}"/>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a:extLst>
              <a:ext uri="{FF2B5EF4-FFF2-40B4-BE49-F238E27FC236}">
                <a16:creationId xmlns:a16="http://schemas.microsoft.com/office/drawing/2014/main" id="{84AE24DD-747A-259F-8A6E-4570E9F6957B}"/>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7" name="Slide Number Placeholder 6">
            <a:extLst>
              <a:ext uri="{FF2B5EF4-FFF2-40B4-BE49-F238E27FC236}">
                <a16:creationId xmlns:a16="http://schemas.microsoft.com/office/drawing/2014/main" id="{8EC60281-E478-47EB-6318-54F4244EBA50}"/>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1729343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DC49-D8F3-DA36-7A3A-CDFCC75589C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9E22DE-B083-BD36-1DCD-E98930793A7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1F2D00-645D-2ACD-60A8-9E4007DE8FE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F47948-FFC8-0A8F-0268-4C192CCE45C6}"/>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a:extLst>
              <a:ext uri="{FF2B5EF4-FFF2-40B4-BE49-F238E27FC236}">
                <a16:creationId xmlns:a16="http://schemas.microsoft.com/office/drawing/2014/main" id="{E0D340AC-13F0-A9E8-C49D-ACDEC0FDE5F6}"/>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7" name="Slide Number Placeholder 6">
            <a:extLst>
              <a:ext uri="{FF2B5EF4-FFF2-40B4-BE49-F238E27FC236}">
                <a16:creationId xmlns:a16="http://schemas.microsoft.com/office/drawing/2014/main" id="{FBCECFC8-2091-50C6-6A0B-B1FF37B6E118}"/>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20617651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9672A-8A44-FAB2-09E4-02D176649C2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C5DA52-EC01-CDB6-B95C-657F0E145220}"/>
              </a:ext>
            </a:extLst>
          </p:cNvPr>
          <p:cNvSpPr>
            <a:spLocks noGrp="1"/>
          </p:cNvSpPr>
          <p:nvPr>
            <p:ph type="body" orient="vert" idx="1"/>
          </p:nvPr>
        </p:nvSpPr>
        <p:spPr>
          <a:xfrm>
            <a:off x="838200" y="1825625"/>
            <a:ext cx="10515600" cy="4351338"/>
          </a:xfrm>
          <a:prstGeom prst="rect">
            <a:avLst/>
          </a:prstGeom>
        </p:spPr>
        <p:txBody>
          <a:bodyPr vert="eaVert"/>
          <a:lstStyle>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E6EE4B07-F634-9E15-395D-5AACD8D02B82}"/>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a:extLst>
              <a:ext uri="{FF2B5EF4-FFF2-40B4-BE49-F238E27FC236}">
                <a16:creationId xmlns:a16="http://schemas.microsoft.com/office/drawing/2014/main" id="{32BC38D2-6AB6-58A1-72B4-489DBDF82EB2}"/>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endParaRPr lang="en-IN" dirty="0"/>
          </a:p>
        </p:txBody>
      </p:sp>
      <p:sp>
        <p:nvSpPr>
          <p:cNvPr id="6" name="Slide Number Placeholder 5">
            <a:extLst>
              <a:ext uri="{FF2B5EF4-FFF2-40B4-BE49-F238E27FC236}">
                <a16:creationId xmlns:a16="http://schemas.microsoft.com/office/drawing/2014/main" id="{2769B924-2ECB-F812-BF9A-99B9DD8C2A92}"/>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4363999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C24258-C522-3BD6-3893-E94EC96BBCBE}"/>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10562F-8A1A-56FC-BC4C-BC6689731F89}"/>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B5D5B5-F962-CC86-D8D2-A48DD0A63DC4}"/>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a:extLst>
              <a:ext uri="{FF2B5EF4-FFF2-40B4-BE49-F238E27FC236}">
                <a16:creationId xmlns:a16="http://schemas.microsoft.com/office/drawing/2014/main" id="{F14C2E6F-17A9-6FF4-D1F1-AAF1014B9A3C}"/>
              </a:ext>
            </a:extLst>
          </p:cNvPr>
          <p:cNvSpPr>
            <a:spLocks noGrp="1"/>
          </p:cNvSpPr>
          <p:nvPr>
            <p:ph type="ftr" sz="quarter" idx="11"/>
          </p:nvPr>
        </p:nvSpPr>
        <p:spPr>
          <a:xfrm>
            <a:off x="4038600" y="6356350"/>
            <a:ext cx="4114800" cy="365125"/>
          </a:xfrm>
          <a:prstGeom prst="rect">
            <a:avLst/>
          </a:prstGeom>
        </p:spPr>
        <p:txBody>
          <a:bodyPr/>
          <a:lstStyle/>
          <a:p>
            <a:r>
              <a:rPr lang="en-IN"/>
              <a:t>Dr. Vandna Batra</a:t>
            </a:r>
          </a:p>
        </p:txBody>
      </p:sp>
      <p:sp>
        <p:nvSpPr>
          <p:cNvPr id="6" name="Slide Number Placeholder 5">
            <a:extLst>
              <a:ext uri="{FF2B5EF4-FFF2-40B4-BE49-F238E27FC236}">
                <a16:creationId xmlns:a16="http://schemas.microsoft.com/office/drawing/2014/main" id="{4BE0D1D1-8FA7-FF78-3971-F8413A0B4F87}"/>
              </a:ext>
            </a:extLst>
          </p:cNvPr>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extLst>
      <p:ext uri="{BB962C8B-B14F-4D97-AF65-F5344CB8AC3E}">
        <p14:creationId xmlns:p14="http://schemas.microsoft.com/office/powerpoint/2010/main" val="39831949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EC35-FBA2-6996-71E1-EB252CB26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6721803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AF4B-BD2C-FCCB-660B-2272B456DD2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877364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EC35-FBA2-6996-71E1-EB252CB26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1970667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BB66-3034-2292-1FA9-D00E59F5F15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69754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CD9C-EC44-8060-BBA6-1542B6E3FBF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1847848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AF4B-BD2C-FCCB-660B-2272B456DD2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877364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EC35-FBA2-6996-71E1-EB252CB26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197066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BB66-3034-2292-1FA9-D00E59F5F15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69754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CD9C-EC44-8060-BBA6-1542B6E3FBF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1847848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02AD-06D0-3C26-20F9-22B186D0CB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F616D0-C173-C3EC-9A42-1CEB5C5323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7EDC4F-FC6E-D89C-6884-284025A63D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F1058F9-AC99-971E-B1E9-3ED72A91170A}"/>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90ADC3B-6E10-FD36-5616-54DDDDD5FD6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40568770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ECDB3-7998-CA81-7656-D5818227E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41D27C-0C07-023D-8782-2B2A0D9BB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685CCB-7AB0-32C3-68B0-30EA13FF6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52DC121-40F8-028A-2341-F523C4347305}"/>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206BE26C-49D3-7F4E-518D-D8E1B242AC3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7717984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AC09-269C-A309-7FC5-FF9DDE058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60B6E7-AA15-3136-EEF5-0E427D77A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7B2C7D-9334-D96B-8C5F-5CC6A9C06F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7D1DF42-F271-BAFE-6DF7-440EBD4A12E1}"/>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CB8A5725-EF56-46DE-CD30-0E2058BBC3A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3211586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77EB-4981-4621-92D5-832C47DA12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F08B5-D479-DD1E-7BBC-999597431E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DEE462-C966-BEC8-1C19-B80551845B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D57841-8D3F-3F81-7BBC-F0E739EA379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030E2A1-FDC4-6F6B-A981-597C178D6C5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FA1B127E-93AF-408F-65F8-123B4ED26CE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516308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6A49-1C7D-2A3B-CD22-02DF31AE20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CF41F1-33BC-C161-F5B3-585F0349F0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3D112C-0E84-F3E8-2C94-74A31C02B7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454EC4-9A5D-9360-5ADC-CD0AD8FD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C2ADD6-23E5-BC12-75D6-6F01EFA7E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C67229-9B55-5AA7-D1B6-8EB95705AA8A}"/>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63A4A34-252B-7ED4-473A-E73C24FAEEF1}"/>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2284C530-DAAC-FAC5-FA5A-F611EB1F6B0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8941758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635C-55F1-4358-6DCA-CC17CDEAD3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6963A9-D552-CF4A-A16F-6EBB4E01DD5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9116F48-34F9-7E95-D9A7-4FF294650EC1}"/>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AB0578E7-BB70-E831-22BD-D9E079953B58}"/>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0535567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825379-EC1A-F354-DED8-BBF15349D873}"/>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11DE727-5965-18A2-8FB0-B9F4301622C3}"/>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125B11D4-3A33-A524-31E6-B3CA7FA2CDA6}"/>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3329429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F144-D785-233C-3195-66966616C0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754D6F-F06D-1FF5-1D5C-77CB4BAAAE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0AFE3F-6B17-16AF-BF5E-08F8724F7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CA57CD-53DE-2919-6961-677E13F6DEF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D1DBCD6-B53F-6671-F9B2-F4AD7E58E68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15479B21-D0C3-0040-45AA-A6E1375F9E13}"/>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1197457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A9C4-657A-5A99-0517-7175621B1C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34F5E1-E980-F929-2831-BD3A13788C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55CA1-047A-ED4E-342B-E468902F8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48C991-F579-13B2-5027-56ADD3A51F9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5A2E0E3-780C-1F47-202E-E6715C67FBC7}"/>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C3DF4BA5-2FAA-80A6-096B-E37969981462}"/>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9793633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F918-D3D6-8CC1-F3D7-754DB5F946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6FA95-73D1-FBA8-68F9-48697A4272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5C640-3625-BA45-2825-6B372DFC9C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2C9B23A-9301-D9B6-928C-56EBC52BAEA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05C24FA-2D03-4E89-3566-47D4E5DACA74}"/>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382667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DAFA73-CD9F-B47A-D257-FB7BBD519D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FD3D1-F82C-33FD-A2E5-D9AA39BD7F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4283F-0316-9AF0-8515-372B3157A5C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214F38-CF4A-E025-AB05-A36971B3E1F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ECBEE0DF-7D6A-00E8-58F3-540AB2FDA7BB}"/>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4990000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DD70-D4E9-E051-93B0-B6241FE313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F03FBF-F8B1-2913-8684-CC7AC2EED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045F60-2988-7780-772C-38B238F68C5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E345881-0C94-7892-2D8B-6718111FC07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307535E0-A846-466A-C684-2C77FB275C9A}"/>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35330713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19A2-860E-021C-F5C7-3764F926DB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B79C5E-D534-82CF-74D5-CA4BE70D6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C35CF2-691E-038E-B463-95748875492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620DD6-1C03-7DFB-3CB1-75E9491A864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0EB68209-C9F8-0C2D-5469-D82AE2D47EA4}"/>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0390727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9235-4BD3-DB53-1182-FAF8E90BAC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8B9973-02E7-6005-2FE8-F89E987D2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4A3B09-88AA-DBDC-281A-420A20A0897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6F507E5-7455-5011-C9CE-8899890CDCDF}"/>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3CDE68D3-12F5-7CD5-382D-21A0D4E296FB}"/>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4246824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230E-5971-6128-0B08-B46F63C9A4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674030-6B52-6D08-FF39-AD0942B430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B6FDB6-0C8D-BDA6-22BD-54F5C7DCA5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BC4244-BDF3-5771-333E-72A8FA7E29A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F137E99-F46B-E7F1-6DF0-361D9E4EC891}"/>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657894AA-CF39-DCB1-D0AE-F189F9613602}"/>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24216255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ECAB-DF20-D6DE-5AD3-93B64522F2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89C9E5-506F-BD59-7DB4-DC4059EE8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1621C2-45FE-4205-8A21-E0D0069CE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A3B77-F468-D9D7-9A3E-8CB4A2E9A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5ADE7E-99F9-264E-D088-D7A4247EB5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EA97E8-64C6-9129-47B4-9B02FAF4FD52}"/>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7B8A9493-4BD7-2AA7-C13E-E31E4E9EEC20}"/>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40A56679-242C-F8F4-D488-9A6A2B18FCD8}"/>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67814389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9F99-6B36-8444-FC90-4A3ED6C003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F7FF67-00DA-B280-B297-B27288B6BB7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825CD7A5-2C4E-0460-BBFB-BBA452712CBA}"/>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3FF51D4F-4C98-1635-E9E7-F54C0E1A85FE}"/>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22036077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D8B968-E3F4-D67A-89D2-53385901818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4DB1EBD-B079-5054-F3BD-9BC1BD966A70}"/>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26DF4AA7-A474-A056-18FC-877E8B9385A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5377047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98E9-E087-4DA1-3318-EFFF1A458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64E103-9176-61A0-F11D-755BDDDA3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94CAD8-A6CB-E57C-106C-B6EAC0B31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304D2-37F2-0D7F-DCAE-C45E6302CE3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8330964-2C4F-DA98-9380-E42A2985E8D0}"/>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D41EC6FF-800E-A4D3-0082-6D31E3729141}"/>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338117835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CE578-EA1E-FF5E-F760-24CBAC928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2CAA13-1CC8-AD0D-F19A-69C5059841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3197EA-883C-AABA-8A0F-0B9DF9BAE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58EF14-A45F-A560-9810-C2B7A2A95D2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1CA49CB-C4CE-A48A-7859-4D1717327174}"/>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B9C5C734-DB28-7D1D-7243-E066D882686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9435204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3BF0-8509-488F-E7F9-04792E44A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14171A-71DE-251E-055E-19A5282778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E0E3C4-14DE-67C9-2339-DBC9148DE2D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3683D41-C3AD-8446-9C34-C60A9550774D}"/>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78B267B7-DDEB-6FF4-58C1-6DDAFD06D975}"/>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86859396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C9F57E-7FBB-1986-5AFC-1E436B4D24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2007D2-6BF6-937D-E3D6-51EC2A15FF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B1464-F385-6D4D-8144-918017281FC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1CC8598-0475-C953-9F14-8BCFAF1D856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F740B728-0714-11E0-5C87-6763F8C3D70B}"/>
              </a:ext>
            </a:extLst>
          </p:cNvPr>
          <p:cNvSpPr>
            <a:spLocks noGrp="1"/>
          </p:cNvSpPr>
          <p:nvPr>
            <p:ph type="sldNum" sz="quarter" idx="12"/>
          </p:nvPr>
        </p:nvSpPr>
        <p:spPr/>
        <p:txBody>
          <a:bodyPr/>
          <a:lstStyle/>
          <a:p>
            <a:fld id="{731D1DFA-AB87-4F1F-B081-FA61E365E42F}" type="slidenum">
              <a:rPr lang="en-IN" smtClean="0"/>
              <a:t>‹#›</a:t>
            </a:fld>
            <a:endParaRPr lang="en-IN"/>
          </a:p>
        </p:txBody>
      </p:sp>
    </p:spTree>
    <p:extLst>
      <p:ext uri="{BB962C8B-B14F-4D97-AF65-F5344CB8AC3E}">
        <p14:creationId xmlns:p14="http://schemas.microsoft.com/office/powerpoint/2010/main" val="12645227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8608-2A74-5DD9-E6A3-98A4827FBB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5FC91F-674E-5975-8EB0-84DF2EFD38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57F3BF-88E0-4147-33B9-1453EC58425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4A6CB70-267F-A703-C69F-020848A0FCE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23FFAE7A-F76D-C784-3DE8-DAF477BC5F48}"/>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28163504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9BDF-66F6-4198-9D37-E8289CBBDF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504289-BF19-FA1A-0AE7-238F2A47F7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BB8C2A-EBB0-55AC-2878-3DC415C6009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4A08506-F8CA-3208-4288-EF50AECA45D0}"/>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2FBED688-E71B-D315-B990-997710C7C12C}"/>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11681937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3D3A-4AFE-1A96-745C-DEBDB7C10C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774BEF-A3EB-A095-3628-CCAFF94654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41F696-5994-AD48-78AA-40A99CB20F3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A107F00-22AD-3060-4995-015301754507}"/>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05D4400D-A26F-E192-7E0C-E9460F86D6B1}"/>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9169475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B2C91-F205-BAED-0C0E-88A9356202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15F6CE-A2E5-3756-6044-2B0BBEBEC6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8775E2-8512-9A88-A7D9-E510979391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FB3B87-CEC2-5094-F8F6-7708FFBAC83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8E04FCE-CB3C-8985-DF43-028A95C2103C}"/>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507DD7BF-11B1-055D-BD1B-8FC4C138AB7E}"/>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12609958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8685-2801-FBAA-A656-BC52836721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0B92AD-1FF2-0BEC-ABCC-E203F948E7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4BBF6A-36C0-2C4F-35EC-A011B7A34E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13B73D-24FD-CF7C-9AA4-B6BE98828A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D1A02-7A95-82C4-95B8-DB744D94DF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086369-3F85-298C-B323-DD5F4296C560}"/>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949A5BB6-1F19-6CC1-0727-3588A9016843}"/>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8AFDD55D-1169-8849-3A8E-B4655853F796}"/>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380776471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72736-3329-AC2C-2356-9C4B32DA85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8010F1-45A3-E106-9C18-4FD0E7219DD8}"/>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2B3B5F0A-CAE3-470F-65A9-0D24803E8035}"/>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0FE6528C-1D13-D21E-A2C3-22D42A56CFF7}"/>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39496872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F149C7-BE96-1D69-CBEE-68E789A0F5E6}"/>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A7185551-4C12-C399-79C4-34138A9770C2}"/>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7E25DC48-9209-0E7E-C3CC-E4F80182B797}"/>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23830662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17B96-F8E5-3E4A-752B-849C03648C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0EC4B6-CED0-FE1E-377D-D644E9959C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8BD334-1867-FF0F-E0FA-D187F4E44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CD4154-0992-AAD1-983B-8A0290C2CCB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F4334A5-03C3-A49C-02CE-39234B3A7BF5}"/>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B67E33F3-7069-F578-F196-8452250A9095}"/>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20525926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D543-EF25-FAB9-7822-3C68184D82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624423-24FD-757F-CFC4-AE63571627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FF0057-BF37-E625-52ED-C4A5911B09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7DC981-03A6-A7FA-D45B-4CFE1886C0D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79FC89E-48A7-26C7-DDDE-7F0BFBE2F8E1}"/>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C55667F0-DDF2-9B1A-B46E-886906835576}"/>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334593671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280CE-E05D-88AE-1B9E-46D5939342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5FFF88-0A63-34E6-49F9-C91C2B6E59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0C6087-1B9E-1948-6B1A-DF15C132374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71BAA9A-9A4C-C773-C46F-8A214E38C2AC}"/>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BCD525C-D9F1-2190-6193-81A845338C2D}"/>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31885328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A930FA-26DB-9EF1-9C66-B58403FE18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53E159-03EF-D124-58A9-7E169A1A4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F7280D-7C35-BA9B-13B1-F2945A5CD19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9A182D7-7911-18F0-59FB-2806290D53B7}"/>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1E575959-7B90-EE0A-AE04-4C4B64D1ABAA}"/>
              </a:ext>
            </a:extLst>
          </p:cNvPr>
          <p:cNvSpPr>
            <a:spLocks noGrp="1"/>
          </p:cNvSpPr>
          <p:nvPr>
            <p:ph type="sldNum" sz="quarter" idx="12"/>
          </p:nvPr>
        </p:nvSpPr>
        <p:spPr/>
        <p:txBody>
          <a:bodyPr/>
          <a:lstStyle/>
          <a:p>
            <a:fld id="{736FFC44-2A8C-4AF0-877A-052D3F7379B1}" type="slidenum">
              <a:rPr lang="en-IN" smtClean="0"/>
              <a:t>‹#›</a:t>
            </a:fld>
            <a:endParaRPr lang="en-IN"/>
          </a:p>
        </p:txBody>
      </p:sp>
    </p:spTree>
    <p:extLst>
      <p:ext uri="{BB962C8B-B14F-4D97-AF65-F5344CB8AC3E}">
        <p14:creationId xmlns:p14="http://schemas.microsoft.com/office/powerpoint/2010/main" val="21883489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IN"/>
              <a:t>Dr. Vandna Batra</a:t>
            </a:r>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19245519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57E0AE-C746-ACCD-F94B-CFD7DF72C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78" y="4762"/>
            <a:ext cx="12200479" cy="6853239"/>
          </a:xfrm>
          <a:prstGeom prst="rect">
            <a:avLst/>
          </a:prstGeom>
        </p:spPr>
      </p:pic>
    </p:spTree>
    <p:extLst>
      <p:ext uri="{BB962C8B-B14F-4D97-AF65-F5344CB8AC3E}">
        <p14:creationId xmlns:p14="http://schemas.microsoft.com/office/powerpoint/2010/main" val="3923661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02AD-06D0-3C26-20F9-22B186D0CB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F616D0-C173-C3EC-9A42-1CEB5C5323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7EDC4F-FC6E-D89C-6884-284025A63D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F1058F9-AC99-971E-B1E9-3ED72A91170A}"/>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90ADC3B-6E10-FD36-5616-54DDDDD5FD6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3009291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ECDB3-7998-CA81-7656-D5818227E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41D27C-0C07-023D-8782-2B2A0D9BB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685CCB-7AB0-32C3-68B0-30EA13FF6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52DC121-40F8-028A-2341-F523C4347305}"/>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206BE26C-49D3-7F4E-518D-D8E1B242AC3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55993760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AC09-269C-A309-7FC5-FF9DDE058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60B6E7-AA15-3136-EEF5-0E427D77A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7B2C7D-9334-D96B-8C5F-5CC6A9C06F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7D1DF42-F271-BAFE-6DF7-440EBD4A12E1}"/>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CB8A5725-EF56-46DE-CD30-0E2058BBC3A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8920044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77EB-4981-4621-92D5-832C47DA12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F08B5-D479-DD1E-7BBC-999597431E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DEE462-C966-BEC8-1C19-B80551845B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D57841-8D3F-3F81-7BBC-F0E739EA379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030E2A1-FDC4-6F6B-A981-597C178D6C5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FA1B127E-93AF-408F-65F8-123B4ED26CED}"/>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6369051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6A49-1C7D-2A3B-CD22-02DF31AE20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CF41F1-33BC-C161-F5B3-585F0349F0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3D112C-0E84-F3E8-2C94-74A31C02B7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454EC4-9A5D-9360-5ADC-CD0AD8FD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C2ADD6-23E5-BC12-75D6-6F01EFA7E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C67229-9B55-5AA7-D1B6-8EB95705AA8A}"/>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63A4A34-252B-7ED4-473A-E73C24FAEEF1}"/>
              </a:ext>
            </a:extLst>
          </p:cNvPr>
          <p:cNvSpPr>
            <a:spLocks noGrp="1"/>
          </p:cNvSpPr>
          <p:nvPr>
            <p:ph type="ftr" sz="quarter" idx="11"/>
          </p:nvPr>
        </p:nvSpPr>
        <p:spPr/>
        <p:txBody>
          <a:bodyPr/>
          <a:lstStyle/>
          <a:p>
            <a:r>
              <a:rPr lang="en-IN"/>
              <a:t>Dr. Vandna Batra</a:t>
            </a:r>
          </a:p>
        </p:txBody>
      </p:sp>
      <p:sp>
        <p:nvSpPr>
          <p:cNvPr id="9" name="Slide Number Placeholder 8">
            <a:extLst>
              <a:ext uri="{FF2B5EF4-FFF2-40B4-BE49-F238E27FC236}">
                <a16:creationId xmlns:a16="http://schemas.microsoft.com/office/drawing/2014/main" id="{2284C530-DAAC-FAC5-FA5A-F611EB1F6B07}"/>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368894662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635C-55F1-4358-6DCA-CC17CDEAD3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6963A9-D552-CF4A-A16F-6EBB4E01DD5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9116F48-34F9-7E95-D9A7-4FF294650EC1}"/>
              </a:ext>
            </a:extLst>
          </p:cNvPr>
          <p:cNvSpPr>
            <a:spLocks noGrp="1"/>
          </p:cNvSpPr>
          <p:nvPr>
            <p:ph type="ftr" sz="quarter" idx="11"/>
          </p:nvPr>
        </p:nvSpPr>
        <p:spPr/>
        <p:txBody>
          <a:bodyPr/>
          <a:lstStyle/>
          <a:p>
            <a:r>
              <a:rPr lang="en-IN"/>
              <a:t>Dr. Vandna Batra</a:t>
            </a:r>
          </a:p>
        </p:txBody>
      </p:sp>
      <p:sp>
        <p:nvSpPr>
          <p:cNvPr id="5" name="Slide Number Placeholder 4">
            <a:extLst>
              <a:ext uri="{FF2B5EF4-FFF2-40B4-BE49-F238E27FC236}">
                <a16:creationId xmlns:a16="http://schemas.microsoft.com/office/drawing/2014/main" id="{AB0578E7-BB70-E831-22BD-D9E079953B58}"/>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159949980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825379-EC1A-F354-DED8-BBF15349D873}"/>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11DE727-5965-18A2-8FB0-B9F4301622C3}"/>
              </a:ext>
            </a:extLst>
          </p:cNvPr>
          <p:cNvSpPr>
            <a:spLocks noGrp="1"/>
          </p:cNvSpPr>
          <p:nvPr>
            <p:ph type="ftr" sz="quarter" idx="11"/>
          </p:nvPr>
        </p:nvSpPr>
        <p:spPr/>
        <p:txBody>
          <a:bodyPr/>
          <a:lstStyle/>
          <a:p>
            <a:r>
              <a:rPr lang="en-IN"/>
              <a:t>Dr. Vandna Batra</a:t>
            </a:r>
          </a:p>
        </p:txBody>
      </p:sp>
      <p:sp>
        <p:nvSpPr>
          <p:cNvPr id="4" name="Slide Number Placeholder 3">
            <a:extLst>
              <a:ext uri="{FF2B5EF4-FFF2-40B4-BE49-F238E27FC236}">
                <a16:creationId xmlns:a16="http://schemas.microsoft.com/office/drawing/2014/main" id="{125B11D4-3A33-A524-31E6-B3CA7FA2CDA6}"/>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561650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F144-D785-233C-3195-66966616C0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754D6F-F06D-1FF5-1D5C-77CB4BAAAE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0AFE3F-6B17-16AF-BF5E-08F8724F7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CA57CD-53DE-2919-6961-677E13F6DEF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D1DBCD6-B53F-6671-F9B2-F4AD7E58E68A}"/>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15479B21-D0C3-0040-45AA-A6E1375F9E13}"/>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409330202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A9C4-657A-5A99-0517-7175621B1C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34F5E1-E980-F929-2831-BD3A13788C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55CA1-047A-ED4E-342B-E468902F8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48C991-F579-13B2-5027-56ADD3A51F9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5A2E0E3-780C-1F47-202E-E6715C67FBC7}"/>
              </a:ext>
            </a:extLst>
          </p:cNvPr>
          <p:cNvSpPr>
            <a:spLocks noGrp="1"/>
          </p:cNvSpPr>
          <p:nvPr>
            <p:ph type="ftr" sz="quarter" idx="11"/>
          </p:nvPr>
        </p:nvSpPr>
        <p:spPr/>
        <p:txBody>
          <a:bodyPr/>
          <a:lstStyle/>
          <a:p>
            <a:r>
              <a:rPr lang="en-IN"/>
              <a:t>Dr. Vandna Batra</a:t>
            </a:r>
          </a:p>
        </p:txBody>
      </p:sp>
      <p:sp>
        <p:nvSpPr>
          <p:cNvPr id="7" name="Slide Number Placeholder 6">
            <a:extLst>
              <a:ext uri="{FF2B5EF4-FFF2-40B4-BE49-F238E27FC236}">
                <a16:creationId xmlns:a16="http://schemas.microsoft.com/office/drawing/2014/main" id="{C3DF4BA5-2FAA-80A6-096B-E37969981462}"/>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52591630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F918-D3D6-8CC1-F3D7-754DB5F946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6FA95-73D1-FBA8-68F9-48697A4272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5C640-3625-BA45-2825-6B372DFC9C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2C9B23A-9301-D9B6-928C-56EBC52BAEA6}"/>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405C24FA-2D03-4E89-3566-47D4E5DACA74}"/>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20040392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DAFA73-CD9F-B47A-D257-FB7BBD519D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FD3D1-F82C-33FD-A2E5-D9AA39BD7F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4283F-0316-9AF0-8515-372B3157A5C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214F38-CF4A-E025-AB05-A36971B3E1F8}"/>
              </a:ext>
            </a:extLst>
          </p:cNvPr>
          <p:cNvSpPr>
            <a:spLocks noGrp="1"/>
          </p:cNvSpPr>
          <p:nvPr>
            <p:ph type="ftr" sz="quarter" idx="11"/>
          </p:nvPr>
        </p:nvSpPr>
        <p:spPr/>
        <p:txBody>
          <a:bodyPr/>
          <a:lstStyle/>
          <a:p>
            <a:r>
              <a:rPr lang="en-IN"/>
              <a:t>Dr. Vandna Batra</a:t>
            </a:r>
          </a:p>
        </p:txBody>
      </p:sp>
      <p:sp>
        <p:nvSpPr>
          <p:cNvPr id="6" name="Slide Number Placeholder 5">
            <a:extLst>
              <a:ext uri="{FF2B5EF4-FFF2-40B4-BE49-F238E27FC236}">
                <a16:creationId xmlns:a16="http://schemas.microsoft.com/office/drawing/2014/main" id="{ECBEE0DF-7D6A-00E8-58F3-540AB2FDA7BB}"/>
              </a:ext>
            </a:extLst>
          </p:cNvPr>
          <p:cNvSpPr>
            <a:spLocks noGrp="1"/>
          </p:cNvSpPr>
          <p:nvPr>
            <p:ph type="sldNum" sz="quarter" idx="12"/>
          </p:nvPr>
        </p:nvSpPr>
        <p:spPr/>
        <p:txBody>
          <a:bodyPr/>
          <a:lstStyle/>
          <a:p>
            <a:fld id="{91597EA4-FCA4-4C6E-9D55-68B0594DB3D1}" type="slidenum">
              <a:rPr lang="en-IN" smtClean="0"/>
              <a:t>‹#›</a:t>
            </a:fld>
            <a:endParaRPr lang="en-IN"/>
          </a:p>
        </p:txBody>
      </p:sp>
    </p:spTree>
    <p:extLst>
      <p:ext uri="{BB962C8B-B14F-4D97-AF65-F5344CB8AC3E}">
        <p14:creationId xmlns:p14="http://schemas.microsoft.com/office/powerpoint/2010/main" val="4062107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theme" Target="../theme/theme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7.xml"/><Relationship Id="rId1"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7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4.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F036C1-47BC-6C99-2F7D-DF1D88A7A0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E61203-2556-9825-BFE8-FC8BE78A7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51D341-F0ED-85F8-C638-53EB97DED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E1911FCF-043E-4015-4E47-FAE03EE54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7C8ED953-F194-64A4-70BD-9A130FAE2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extLst>
      <p:ext uri="{BB962C8B-B14F-4D97-AF65-F5344CB8AC3E}">
        <p14:creationId xmlns:p14="http://schemas.microsoft.com/office/powerpoint/2010/main" val="392916546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F22F20-EC2E-47EE-2AA9-E4AD3BA5D4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F19BA5-FAB4-12D2-E446-CB6B4D2AD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DFB85-112A-7537-C9D5-BFF726956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39DFF2D9-0A06-F127-5F5A-E8FDE65FD7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208B966B-35BC-0FF4-D8FE-8E10FF347F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extLst>
      <p:ext uri="{BB962C8B-B14F-4D97-AF65-F5344CB8AC3E}">
        <p14:creationId xmlns:p14="http://schemas.microsoft.com/office/powerpoint/2010/main" val="3073961960"/>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B6EDB6-4774-FEBF-550C-85EB321B8E87}"/>
              </a:ext>
            </a:extLst>
          </p:cNvPr>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FE8DC66-C881-3BD9-719E-3969A98EDCD9}"/>
              </a:ext>
            </a:extLst>
          </p:cNvPr>
          <p:cNvSpPr/>
          <p:nvPr userDrawn="1"/>
        </p:nvSpPr>
        <p:spPr>
          <a:xfrm>
            <a:off x="-7859" y="1104506"/>
            <a:ext cx="12192000" cy="4571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8DDD93B-3A14-4209-6521-D7539087FD6C}"/>
              </a:ext>
            </a:extLst>
          </p:cNvPr>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C1170139-2614-AE08-1C4F-A07375289CEF}"/>
              </a:ext>
            </a:extLst>
          </p:cNvPr>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FC606E14-35F4-6D12-35C2-A0145CA337A2}"/>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9780240" y="141402"/>
            <a:ext cx="2411760" cy="346691"/>
          </a:xfrm>
          <a:prstGeom prst="rect">
            <a:avLst/>
          </a:prstGeom>
        </p:spPr>
      </p:pic>
    </p:spTree>
    <p:extLst>
      <p:ext uri="{BB962C8B-B14F-4D97-AF65-F5344CB8AC3E}">
        <p14:creationId xmlns:p14="http://schemas.microsoft.com/office/powerpoint/2010/main" val="289152549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7" r:id="rId13"/>
    <p:sldLayoutId id="2147483660" r:id="rId14"/>
    <p:sldLayoutId id="2147483686" r:id="rId15"/>
    <p:sldLayoutId id="2147483688" r:id="rId16"/>
    <p:sldLayoutId id="2147483717" r:id="rId17"/>
    <p:sldLayoutId id="2147483714" r:id="rId18"/>
    <p:sldLayoutId id="2147483716" r:id="rId19"/>
    <p:sldLayoutId id="2147483715" r:id="rId20"/>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F036C1-47BC-6C99-2F7D-DF1D88A7A0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E61203-2556-9825-BFE8-FC8BE78A7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51D341-F0ED-85F8-C638-53EB97DED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E1911FCF-043E-4015-4E47-FAE03EE54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7C8ED953-F194-64A4-70BD-9A130FAE2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extLst>
      <p:ext uri="{BB962C8B-B14F-4D97-AF65-F5344CB8AC3E}">
        <p14:creationId xmlns:p14="http://schemas.microsoft.com/office/powerpoint/2010/main" val="392916546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F22F20-EC2E-47EE-2AA9-E4AD3BA5D4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F19BA5-FAB4-12D2-E446-CB6B4D2AD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DFB85-112A-7537-C9D5-BFF726956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39DFF2D9-0A06-F127-5F5A-E8FDE65FD7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208B966B-35BC-0FF4-D8FE-8E10FF347F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extLst>
      <p:ext uri="{BB962C8B-B14F-4D97-AF65-F5344CB8AC3E}">
        <p14:creationId xmlns:p14="http://schemas.microsoft.com/office/powerpoint/2010/main" val="307396196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02ABCF-36FA-4615-2286-1E6D0C5B47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CA3759-2F14-D8C0-5F3B-A9B663254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093435-1034-8876-674D-A1DC8F3149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D45598B2-BC6D-B44C-407B-B2D31F76A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513B2B7C-B325-C9D6-B9D9-F09151A072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6FFC44-2A8C-4AF0-877A-052D3F7379B1}" type="slidenum">
              <a:rPr lang="en-IN" smtClean="0"/>
              <a:t>‹#›</a:t>
            </a:fld>
            <a:endParaRPr lang="en-IN"/>
          </a:p>
        </p:txBody>
      </p:sp>
    </p:spTree>
    <p:extLst>
      <p:ext uri="{BB962C8B-B14F-4D97-AF65-F5344CB8AC3E}">
        <p14:creationId xmlns:p14="http://schemas.microsoft.com/office/powerpoint/2010/main" val="14239873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5AB3A9-09B1-0A2F-5BA3-BA1C502F1079}"/>
              </a:ext>
            </a:extLst>
          </p:cNvPr>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C4D46ECB-104D-4B54-7538-CBCA44713415}"/>
              </a:ext>
            </a:extLst>
          </p:cNvPr>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794ECF1-19F0-54B4-5275-812E14196FA2}"/>
              </a:ext>
            </a:extLst>
          </p:cNvPr>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E97C9466-2955-8087-E527-4A240B56AD8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64900" y="480216"/>
            <a:ext cx="5389768" cy="707566"/>
          </a:xfrm>
          <a:prstGeom prst="rect">
            <a:avLst/>
          </a:prstGeom>
        </p:spPr>
      </p:pic>
      <p:cxnSp>
        <p:nvCxnSpPr>
          <p:cNvPr id="2" name="Straight Connector 1">
            <a:extLst>
              <a:ext uri="{FF2B5EF4-FFF2-40B4-BE49-F238E27FC236}">
                <a16:creationId xmlns:a16="http://schemas.microsoft.com/office/drawing/2014/main" id="{C0FCA328-301C-EDE2-6478-A03BFB07150B}"/>
              </a:ext>
            </a:extLst>
          </p:cNvPr>
          <p:cNvCxnSpPr>
            <a:cxnSpLocks/>
          </p:cNvCxnSpPr>
          <p:nvPr userDrawn="1"/>
        </p:nvCxnSpPr>
        <p:spPr>
          <a:xfrm>
            <a:off x="3638746" y="1391548"/>
            <a:ext cx="531592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3CF045-B9FB-0C1C-98C4-1F78CDF8A678}"/>
              </a:ext>
            </a:extLst>
          </p:cNvPr>
          <p:cNvSpPr txBox="1"/>
          <p:nvPr userDrawn="1"/>
        </p:nvSpPr>
        <p:spPr>
          <a:xfrm>
            <a:off x="1752349" y="5811459"/>
            <a:ext cx="8856984" cy="830997"/>
          </a:xfrm>
          <a:prstGeom prst="rect">
            <a:avLst/>
          </a:prstGeom>
          <a:noFill/>
        </p:spPr>
        <p:txBody>
          <a:bodyPr wrap="square" rtlCol="0">
            <a:spAutoFit/>
          </a:bodyPr>
          <a:lstStyle/>
          <a:p>
            <a:pPr lvl="0" algn="ctr">
              <a:buSzPct val="25000"/>
            </a:pPr>
            <a:r>
              <a:rPr lang="en-US" sz="2400" b="1" dirty="0">
                <a:solidFill>
                  <a:srgbClr val="C00000"/>
                </a:solidFill>
                <a:cs typeface="Times New Roman" panose="02020603050405020304" pitchFamily="18" charset="0"/>
                <a:sym typeface="Arial"/>
              </a:rPr>
              <a:t>School of Engineering &amp; Technology</a:t>
            </a:r>
          </a:p>
          <a:p>
            <a:pPr lvl="0" algn="ctr">
              <a:buSzPct val="25000"/>
            </a:pPr>
            <a:r>
              <a:rPr lang="en-US" sz="2400" b="1" dirty="0">
                <a:solidFill>
                  <a:srgbClr val="C00000"/>
                </a:solidFill>
                <a:cs typeface="Times New Roman" panose="02020603050405020304" pitchFamily="18" charset="0"/>
                <a:sym typeface="Arial"/>
              </a:rPr>
              <a:t>K.R. Mangalam University, Gurugram (Haryana)</a:t>
            </a:r>
            <a:endParaRPr lang="en-IN" sz="2400" b="1" dirty="0">
              <a:solidFill>
                <a:srgbClr val="C00000"/>
              </a:solidFill>
              <a:cs typeface="Times New Roman" panose="02020603050405020304" pitchFamily="18" charset="0"/>
              <a:sym typeface="Arial"/>
            </a:endParaRPr>
          </a:p>
        </p:txBody>
      </p:sp>
    </p:spTree>
    <p:extLst>
      <p:ext uri="{BB962C8B-B14F-4D97-AF65-F5344CB8AC3E}">
        <p14:creationId xmlns:p14="http://schemas.microsoft.com/office/powerpoint/2010/main" val="1630177595"/>
      </p:ext>
    </p:extLst>
  </p:cSld>
  <p:clrMap bg1="lt1" tx1="dk1" bg2="lt2" tx2="dk2" accent1="accent1" accent2="accent2" accent3="accent3" accent4="accent4" accent5="accent5" accent6="accent6" hlink="hlink" folHlink="folHlink"/>
  <p:sldLayoutIdLst>
    <p:sldLayoutId id="2147483747"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2669744699"/>
      </p:ext>
    </p:extLst>
  </p:cSld>
  <p:clrMap bg1="lt1" tx1="dk1" bg2="lt2" tx2="dk2" accent1="accent1" accent2="accent2" accent3="accent3" accent4="accent4" accent5="accent5" accent6="accent6" hlink="hlink" folHlink="folHlink"/>
  <p:sldLayoutIdLst>
    <p:sldLayoutId id="21474837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b="-25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F036C1-47BC-6C99-2F7D-DF1D88A7A0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E61203-2556-9825-BFE8-FC8BE78A7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51D341-F0ED-85F8-C638-53EB97DED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E1911FCF-043E-4015-4E47-FAE03EE54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Vandna Batra</a:t>
            </a:r>
          </a:p>
        </p:txBody>
      </p:sp>
      <p:sp>
        <p:nvSpPr>
          <p:cNvPr id="6" name="Slide Number Placeholder 5">
            <a:extLst>
              <a:ext uri="{FF2B5EF4-FFF2-40B4-BE49-F238E27FC236}">
                <a16:creationId xmlns:a16="http://schemas.microsoft.com/office/drawing/2014/main" id="{7C8ED953-F194-64A4-70BD-9A130FAE2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extLst>
      <p:ext uri="{BB962C8B-B14F-4D97-AF65-F5344CB8AC3E}">
        <p14:creationId xmlns:p14="http://schemas.microsoft.com/office/powerpoint/2010/main" val="288027328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hyperlink" Target="https://www.tutorialspoint.com/data_structures_algorithms/asymptotic_analysis.htm" TargetMode="External"/><Relationship Id="rId7" Type="http://schemas.openxmlformats.org/officeDocument/2006/relationships/hyperlink" Target="https://www.codeproject.com/Articles/1012287/Time-Complexity-Asymptotic-Notations" TargetMode="External"/><Relationship Id="rId2" Type="http://schemas.openxmlformats.org/officeDocument/2006/relationships/hyperlink" Target="https://www.geeksforgeeks.org/analysis-of-algorithms-set-4-analysis-of-loops/" TargetMode="External"/><Relationship Id="rId1" Type="http://schemas.openxmlformats.org/officeDocument/2006/relationships/slideLayout" Target="../slideLayouts/slideLayout24.xml"/><Relationship Id="rId6" Type="http://schemas.openxmlformats.org/officeDocument/2006/relationships/hyperlink" Target="https://www.cs.cmu.edu/" TargetMode="External"/><Relationship Id="rId5" Type="http://schemas.openxmlformats.org/officeDocument/2006/relationships/hyperlink" Target="https://www.interviewcake.com/article/java/big-o-notation-time-and-space-complexity" TargetMode="External"/><Relationship Id="rId4" Type="http://schemas.openxmlformats.org/officeDocument/2006/relationships/hyperlink" Target="https://en.wikipedia.org/wiki/Big_O_notation"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C39D1-AEA6-FF82-17B3-87B7A5451EEE}"/>
              </a:ext>
            </a:extLst>
          </p:cNvPr>
          <p:cNvSpPr txBox="1"/>
          <p:nvPr/>
        </p:nvSpPr>
        <p:spPr>
          <a:xfrm>
            <a:off x="864291" y="1538654"/>
            <a:ext cx="10331461" cy="4678204"/>
          </a:xfrm>
          <a:prstGeom prst="rect">
            <a:avLst/>
          </a:prstGeom>
          <a:noFill/>
        </p:spPr>
        <p:txBody>
          <a:bodyPr wrap="square" lIns="91440" tIns="45720" rIns="91440" bIns="45720" rtlCol="0" anchor="t">
            <a:spAutoFit/>
          </a:bodyPr>
          <a:lstStyle/>
          <a:p>
            <a:pPr algn="ctr"/>
            <a:r>
              <a:rPr lang="en-US" sz="3600" b="1" dirty="0"/>
              <a:t>Analysis and Design of Algorithms</a:t>
            </a:r>
          </a:p>
          <a:p>
            <a:pPr algn="ctr"/>
            <a:r>
              <a:rPr lang="en-US" sz="3600" b="1"/>
              <a:t>ENCS202</a:t>
            </a:r>
            <a:endParaRPr lang="en-US" sz="3600" b="1">
              <a:ea typeface="Calibri"/>
              <a:cs typeface="Calibri"/>
            </a:endParaRPr>
          </a:p>
          <a:p>
            <a:pPr algn="ctr"/>
            <a:r>
              <a:rPr lang="en-US" sz="3600" b="1" dirty="0">
                <a:solidFill>
                  <a:srgbClr val="FF0000"/>
                </a:solidFill>
              </a:rPr>
              <a:t>Unit-1</a:t>
            </a:r>
          </a:p>
          <a:p>
            <a:pPr algn="ctr"/>
            <a:r>
              <a:rPr lang="en-US" sz="3600" b="1" dirty="0">
                <a:solidFill>
                  <a:srgbClr val="FF0000"/>
                </a:solidFill>
              </a:rPr>
              <a:t>Introduction to Algorithms</a:t>
            </a:r>
          </a:p>
          <a:p>
            <a:pPr algn="ctr"/>
            <a:r>
              <a:rPr lang="en-US" sz="3200" b="1" dirty="0"/>
              <a:t>Session-2: Analysis of algorithm </a:t>
            </a:r>
            <a:r>
              <a:rPr lang="en-US" sz="2400" b="1" dirty="0"/>
              <a:t>(</a:t>
            </a:r>
            <a:r>
              <a:rPr lang="en-US" sz="2400" dirty="0">
                <a:latin typeface="Calibri"/>
                <a:ea typeface="Calibri"/>
                <a:cs typeface="Calibri"/>
              </a:rPr>
              <a:t>Asymptotic analysis of complexity bounds – best, average and worst-case </a:t>
            </a:r>
            <a:r>
              <a:rPr lang="en-US" sz="2400" dirty="0" err="1">
                <a:latin typeface="Calibri"/>
                <a:ea typeface="Calibri"/>
                <a:cs typeface="Calibri"/>
              </a:rPr>
              <a:t>behaviour</a:t>
            </a:r>
            <a:r>
              <a:rPr lang="en-US" sz="2400" dirty="0">
                <a:latin typeface="Calibri"/>
                <a:ea typeface="Calibri"/>
                <a:cs typeface="Calibri"/>
              </a:rPr>
              <a:t>)</a:t>
            </a:r>
          </a:p>
          <a:p>
            <a:pPr algn="ctr"/>
            <a:endParaRPr lang="en-US" sz="2400" dirty="0"/>
          </a:p>
          <a:p>
            <a:pPr algn="ctr"/>
            <a:r>
              <a:rPr lang="en-US" sz="2800" b="1" dirty="0"/>
              <a:t>Dr. Vandna Batra</a:t>
            </a:r>
          </a:p>
          <a:p>
            <a:pPr algn="ctr"/>
            <a:endParaRPr lang="en-US" sz="2800" b="1" dirty="0"/>
          </a:p>
          <a:p>
            <a:endParaRPr lang="en-IN" dirty="0"/>
          </a:p>
        </p:txBody>
      </p:sp>
    </p:spTree>
    <p:extLst>
      <p:ext uri="{BB962C8B-B14F-4D97-AF65-F5344CB8AC3E}">
        <p14:creationId xmlns:p14="http://schemas.microsoft.com/office/powerpoint/2010/main" val="4166808118"/>
      </p:ext>
    </p:ext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CD2257-40F2-2ED6-1298-F6E048A151A5}"/>
              </a:ext>
            </a:extLst>
          </p:cNvPr>
          <p:cNvSpPr>
            <a:spLocks noGrp="1"/>
          </p:cNvSpPr>
          <p:nvPr>
            <p:ph idx="1"/>
          </p:nvPr>
        </p:nvSpPr>
        <p:spPr>
          <a:xfrm>
            <a:off x="124884" y="988485"/>
            <a:ext cx="11910483" cy="5327649"/>
          </a:xfrm>
        </p:spPr>
        <p:txBody>
          <a:bodyPr lIns="91440" tIns="45720" rIns="91440" bIns="45720" anchor="t"/>
          <a:lstStyle/>
          <a:p>
            <a:pPr algn="just" eaLnBrk="1" hangingPunct="1">
              <a:lnSpc>
                <a:spcPct val="120000"/>
              </a:lnSpc>
              <a:spcBef>
                <a:spcPct val="0"/>
              </a:spcBef>
              <a:buFont typeface="Wingdings" panose="05000000000000000000" pitchFamily="2" charset="2"/>
              <a:buChar char="§"/>
            </a:pPr>
            <a:endParaRPr lang="en-US" altLang="zh-CN" b="1" dirty="0"/>
          </a:p>
          <a:p>
            <a:pPr algn="just">
              <a:buFont typeface="Arial" panose="05000000000000000000" pitchFamily="2" charset="2"/>
              <a:buChar char="•"/>
            </a:pPr>
            <a:r>
              <a:rPr lang="en-IN">
                <a:ea typeface="+mn-lt"/>
                <a:cs typeface="+mn-lt"/>
              </a:rPr>
              <a:t>Explain the need for asymptotic analysis</a:t>
            </a:r>
            <a:endParaRPr lang="en-IN" altLang="en-US" b="1">
              <a:ea typeface="Calibri"/>
              <a:cs typeface="Calibri"/>
            </a:endParaRPr>
          </a:p>
          <a:p>
            <a:pPr algn="just">
              <a:buFont typeface="Arial" panose="05000000000000000000" pitchFamily="2" charset="2"/>
              <a:buChar char="•"/>
            </a:pPr>
            <a:r>
              <a:rPr lang="en-IN">
                <a:ea typeface="+mn-lt"/>
                <a:cs typeface="+mn-lt"/>
              </a:rPr>
              <a:t>Distinguish between Big-O, Ω, Θ, o, and ω</a:t>
            </a:r>
            <a:endParaRPr lang="en-IN"/>
          </a:p>
          <a:p>
            <a:pPr algn="just">
              <a:buFont typeface="Arial" panose="05000000000000000000" pitchFamily="2" charset="2"/>
              <a:buChar char="•"/>
            </a:pPr>
            <a:r>
              <a:rPr lang="en-IN" err="1">
                <a:ea typeface="+mn-lt"/>
                <a:cs typeface="+mn-lt"/>
              </a:rPr>
              <a:t>Analyze</a:t>
            </a:r>
            <a:r>
              <a:rPr lang="en-IN">
                <a:ea typeface="+mn-lt"/>
                <a:cs typeface="+mn-lt"/>
              </a:rPr>
              <a:t> algorithm growth using best, average, and worst cases</a:t>
            </a:r>
            <a:endParaRPr lang="en-IN"/>
          </a:p>
          <a:p>
            <a:pPr algn="just">
              <a:buFont typeface="Wingdings" panose="05000000000000000000" pitchFamily="2" charset="2"/>
              <a:buChar char="§"/>
            </a:pPr>
            <a:endParaRPr lang="en-IN" altLang="en-US" b="1" dirty="0">
              <a:ea typeface="Calibri"/>
              <a:cs typeface="Calibri"/>
            </a:endParaRPr>
          </a:p>
        </p:txBody>
      </p:sp>
      <p:sp>
        <p:nvSpPr>
          <p:cNvPr id="9" name="Rectangle 8">
            <a:extLst>
              <a:ext uri="{FF2B5EF4-FFF2-40B4-BE49-F238E27FC236}">
                <a16:creationId xmlns:a16="http://schemas.microsoft.com/office/drawing/2014/main" id="{2AF652ED-4D69-086E-FCC2-1411BAA2EA51}"/>
              </a:ext>
            </a:extLst>
          </p:cNvPr>
          <p:cNvSpPr/>
          <p:nvPr/>
        </p:nvSpPr>
        <p:spPr>
          <a:xfrm>
            <a:off x="125260" y="101132"/>
            <a:ext cx="9592055"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IN" sz="3600" b="1" dirty="0">
                <a:solidFill>
                  <a:schemeClr val="tx1"/>
                </a:solidFill>
                <a:ea typeface="+mn-lt"/>
                <a:cs typeface="+mn-lt"/>
              </a:rPr>
              <a:t>Learning Outcomes</a:t>
            </a:r>
            <a:endParaRPr lang="en-US" dirty="0">
              <a:solidFill>
                <a:schemeClr val="tx1"/>
              </a:solidFill>
            </a:endParaRPr>
          </a:p>
        </p:txBody>
      </p:sp>
      <p:sp>
        <p:nvSpPr>
          <p:cNvPr id="2" name="Footer Placeholder 1">
            <a:extLst>
              <a:ext uri="{FF2B5EF4-FFF2-40B4-BE49-F238E27FC236}">
                <a16:creationId xmlns:a16="http://schemas.microsoft.com/office/drawing/2014/main" id="{DA5726F7-6242-37DE-A422-8BAE6D995FBB}"/>
              </a:ext>
            </a:extLst>
          </p:cNvPr>
          <p:cNvSpPr>
            <a:spLocks noGrp="1"/>
          </p:cNvSpPr>
          <p:nvPr>
            <p:ph type="ftr" sz="quarter" idx="11"/>
          </p:nvPr>
        </p:nvSpPr>
        <p:spPr>
          <a:xfrm>
            <a:off x="4925860" y="6492049"/>
            <a:ext cx="4114800" cy="365125"/>
          </a:xfrm>
        </p:spPr>
        <p:txBody>
          <a:bodyPr/>
          <a:lstStyle/>
          <a:p>
            <a:r>
              <a:rPr lang="en-IN"/>
              <a:t>Dr. Vandna Batra</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A9993-0FA2-4A97-37AB-C99E922D07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7B0D0-EAD4-E83E-D47C-65296FC43229}"/>
              </a:ext>
            </a:extLst>
          </p:cNvPr>
          <p:cNvSpPr>
            <a:spLocks noGrp="1"/>
          </p:cNvSpPr>
          <p:nvPr>
            <p:ph idx="1"/>
          </p:nvPr>
        </p:nvSpPr>
        <p:spPr>
          <a:xfrm>
            <a:off x="124884" y="988485"/>
            <a:ext cx="11910483" cy="5327649"/>
          </a:xfrm>
        </p:spPr>
        <p:txBody>
          <a:bodyPr lIns="91440" tIns="45720" rIns="91440" bIns="45720" anchor="t"/>
          <a:lstStyle/>
          <a:p>
            <a:pPr algn="just" eaLnBrk="1" hangingPunct="1">
              <a:lnSpc>
                <a:spcPct val="120000"/>
              </a:lnSpc>
              <a:spcBef>
                <a:spcPct val="0"/>
              </a:spcBef>
              <a:buFont typeface="Wingdings" panose="05000000000000000000" pitchFamily="2" charset="2"/>
              <a:buChar char="§"/>
            </a:pPr>
            <a:endParaRPr lang="en-US" altLang="zh-CN" b="1" dirty="0"/>
          </a:p>
          <a:p>
            <a:pPr algn="just">
              <a:lnSpc>
                <a:spcPct val="120000"/>
              </a:lnSpc>
              <a:spcBef>
                <a:spcPct val="0"/>
              </a:spcBef>
              <a:buFont typeface="Wingdings" panose="05000000000000000000" pitchFamily="2" charset="2"/>
              <a:buChar char="§"/>
            </a:pPr>
            <a:endParaRPr lang="en-IN"/>
          </a:p>
        </p:txBody>
      </p:sp>
      <p:sp>
        <p:nvSpPr>
          <p:cNvPr id="9" name="Rectangle 8">
            <a:extLst>
              <a:ext uri="{FF2B5EF4-FFF2-40B4-BE49-F238E27FC236}">
                <a16:creationId xmlns:a16="http://schemas.microsoft.com/office/drawing/2014/main" id="{58A0625F-BE19-AD80-231D-FB36A7D9F8BF}"/>
              </a:ext>
            </a:extLst>
          </p:cNvPr>
          <p:cNvSpPr/>
          <p:nvPr/>
        </p:nvSpPr>
        <p:spPr>
          <a:xfrm>
            <a:off x="125260" y="215954"/>
            <a:ext cx="9592055"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IN" sz="3600" b="1" dirty="0">
                <a:solidFill>
                  <a:schemeClr val="tx1"/>
                </a:solidFill>
                <a:ea typeface="+mn-lt"/>
                <a:cs typeface="+mn-lt"/>
              </a:rPr>
              <a:t>From Algorithm to Analysis</a:t>
            </a:r>
            <a:endParaRPr lang="en-US" b="1" dirty="0">
              <a:solidFill>
                <a:schemeClr val="tx1"/>
              </a:solidFill>
              <a:ea typeface="Calibri"/>
              <a:cs typeface="Calibri"/>
            </a:endParaRPr>
          </a:p>
        </p:txBody>
      </p:sp>
      <p:sp>
        <p:nvSpPr>
          <p:cNvPr id="2" name="Footer Placeholder 1">
            <a:extLst>
              <a:ext uri="{FF2B5EF4-FFF2-40B4-BE49-F238E27FC236}">
                <a16:creationId xmlns:a16="http://schemas.microsoft.com/office/drawing/2014/main" id="{B036E9FA-C507-442E-96D2-34A86DB24E66}"/>
              </a:ext>
            </a:extLst>
          </p:cNvPr>
          <p:cNvSpPr>
            <a:spLocks noGrp="1"/>
          </p:cNvSpPr>
          <p:nvPr>
            <p:ph type="ftr" sz="quarter" idx="11"/>
          </p:nvPr>
        </p:nvSpPr>
        <p:spPr>
          <a:xfrm>
            <a:off x="4925860" y="6492049"/>
            <a:ext cx="4114800" cy="365125"/>
          </a:xfrm>
        </p:spPr>
        <p:txBody>
          <a:bodyPr/>
          <a:lstStyle/>
          <a:p>
            <a:r>
              <a:rPr lang="en-IN"/>
              <a:t>Dr. Vandna Batra</a:t>
            </a:r>
          </a:p>
        </p:txBody>
      </p:sp>
      <p:sp>
        <p:nvSpPr>
          <p:cNvPr id="4" name="TextBox 3">
            <a:extLst>
              <a:ext uri="{FF2B5EF4-FFF2-40B4-BE49-F238E27FC236}">
                <a16:creationId xmlns:a16="http://schemas.microsoft.com/office/drawing/2014/main" id="{C7E270E2-3560-441E-C80A-527C2B577823}"/>
              </a:ext>
            </a:extLst>
          </p:cNvPr>
          <p:cNvSpPr txBox="1"/>
          <p:nvPr/>
        </p:nvSpPr>
        <p:spPr>
          <a:xfrm>
            <a:off x="1273479" y="1717110"/>
            <a:ext cx="929013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800" dirty="0"/>
              <a:t>Session-1 focused on </a:t>
            </a:r>
            <a:r>
              <a:rPr lang="en-US" sz="2800" b="1" dirty="0"/>
              <a:t>what an algorithm is</a:t>
            </a:r>
            <a:endParaRPr lang="en-US" sz="2800" b="1" dirty="0">
              <a:ea typeface="Calibri"/>
              <a:cs typeface="Calibri"/>
            </a:endParaRPr>
          </a:p>
          <a:p>
            <a:pPr marL="228600" indent="-228600">
              <a:buFont typeface=""/>
              <a:buChar char="•"/>
            </a:pPr>
            <a:endParaRPr lang="en-US" sz="2800" b="1" dirty="0"/>
          </a:p>
          <a:p>
            <a:pPr marL="228600" indent="-228600">
              <a:buFont typeface=""/>
              <a:buChar char="•"/>
            </a:pPr>
            <a:r>
              <a:rPr lang="en-US" sz="2800" dirty="0"/>
              <a:t>Session-2 focuses on </a:t>
            </a:r>
            <a:r>
              <a:rPr lang="en-US" sz="2800" b="1" dirty="0"/>
              <a:t>how good an algorithm is</a:t>
            </a:r>
            <a:endParaRPr lang="en-US" sz="2800" b="1" dirty="0">
              <a:ea typeface="Calibri"/>
              <a:cs typeface="Calibri"/>
            </a:endParaRPr>
          </a:p>
          <a:p>
            <a:pPr marL="228600" indent="-228600">
              <a:buFont typeface=""/>
              <a:buChar char="•"/>
            </a:pPr>
            <a:endParaRPr lang="en-US" sz="2800" b="1" dirty="0">
              <a:ea typeface="Calibri"/>
              <a:cs typeface="Calibri"/>
            </a:endParaRPr>
          </a:p>
          <a:p>
            <a:pPr marL="228600" indent="-228600">
              <a:buFont typeface=""/>
              <a:buChar char="•"/>
            </a:pPr>
            <a:r>
              <a:rPr lang="en-US" sz="2800" dirty="0"/>
              <a:t>Correct algorithms may differ in </a:t>
            </a:r>
            <a:r>
              <a:rPr lang="en-US" sz="2800" b="1" dirty="0"/>
              <a:t>efficiency</a:t>
            </a:r>
            <a:endParaRPr lang="en-US" sz="2800" b="1" dirty="0">
              <a:ea typeface="Calibri"/>
              <a:cs typeface="Calibri"/>
            </a:endParaRPr>
          </a:p>
          <a:p>
            <a:pPr algn="ctr"/>
            <a:endParaRPr lang="en-US" sz="2800" dirty="0">
              <a:ea typeface="Calibri"/>
              <a:cs typeface="Calibri"/>
            </a:endParaRPr>
          </a:p>
        </p:txBody>
      </p:sp>
    </p:spTree>
    <p:extLst>
      <p:ext uri="{BB962C8B-B14F-4D97-AF65-F5344CB8AC3E}">
        <p14:creationId xmlns:p14="http://schemas.microsoft.com/office/powerpoint/2010/main" val="903446028"/>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AF5D-CC66-BB15-EC33-0960C82070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F78CC3-3BA7-5EB5-1E50-A3D77C222768}"/>
              </a:ext>
            </a:extLst>
          </p:cNvPr>
          <p:cNvSpPr>
            <a:spLocks noGrp="1"/>
          </p:cNvSpPr>
          <p:nvPr>
            <p:ph idx="1"/>
          </p:nvPr>
        </p:nvSpPr>
        <p:spPr>
          <a:xfrm>
            <a:off x="124884" y="988485"/>
            <a:ext cx="11910483" cy="5327649"/>
          </a:xfrm>
        </p:spPr>
        <p:txBody>
          <a:bodyPr lIns="91440" tIns="45720" rIns="91440" bIns="45720" anchor="t"/>
          <a:lstStyle/>
          <a:p>
            <a:pPr algn="just" eaLnBrk="1" hangingPunct="1">
              <a:lnSpc>
                <a:spcPct val="120000"/>
              </a:lnSpc>
              <a:spcBef>
                <a:spcPct val="0"/>
              </a:spcBef>
              <a:buFont typeface="Wingdings" panose="05000000000000000000" pitchFamily="2" charset="2"/>
              <a:buChar char="§"/>
            </a:pPr>
            <a:endParaRPr lang="en-US" altLang="zh-CN" b="1" dirty="0"/>
          </a:p>
          <a:p>
            <a:pPr algn="just">
              <a:lnSpc>
                <a:spcPct val="120000"/>
              </a:lnSpc>
              <a:spcBef>
                <a:spcPct val="0"/>
              </a:spcBef>
              <a:buFont typeface="Wingdings" panose="05000000000000000000" pitchFamily="2" charset="2"/>
              <a:buChar char="§"/>
            </a:pPr>
            <a:endParaRPr lang="en-IN"/>
          </a:p>
        </p:txBody>
      </p:sp>
      <p:sp>
        <p:nvSpPr>
          <p:cNvPr id="9" name="Rectangle 8">
            <a:extLst>
              <a:ext uri="{FF2B5EF4-FFF2-40B4-BE49-F238E27FC236}">
                <a16:creationId xmlns:a16="http://schemas.microsoft.com/office/drawing/2014/main" id="{0C4771D9-3831-2A0D-E75C-0145FFACF742}"/>
              </a:ext>
            </a:extLst>
          </p:cNvPr>
          <p:cNvSpPr/>
          <p:nvPr/>
        </p:nvSpPr>
        <p:spPr>
          <a:xfrm>
            <a:off x="125260" y="101132"/>
            <a:ext cx="9592055"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IN" sz="4400" b="1" dirty="0">
                <a:solidFill>
                  <a:schemeClr val="tx1"/>
                </a:solidFill>
                <a:latin typeface="Calibri Light"/>
                <a:ea typeface="Calibri Light"/>
                <a:cs typeface="Calibri Light"/>
              </a:rPr>
              <a:t>Analysis of an Algorithm</a:t>
            </a:r>
            <a:endParaRPr lang="en-US" sz="4400" dirty="0">
              <a:latin typeface="Calibri Light"/>
              <a:ea typeface="Calibri Light"/>
              <a:cs typeface="Calibri Light"/>
            </a:endParaRPr>
          </a:p>
        </p:txBody>
      </p:sp>
      <p:sp>
        <p:nvSpPr>
          <p:cNvPr id="2" name="Footer Placeholder 1">
            <a:extLst>
              <a:ext uri="{FF2B5EF4-FFF2-40B4-BE49-F238E27FC236}">
                <a16:creationId xmlns:a16="http://schemas.microsoft.com/office/drawing/2014/main" id="{68096647-1165-AEF0-A63A-038199F2475E}"/>
              </a:ext>
            </a:extLst>
          </p:cNvPr>
          <p:cNvSpPr>
            <a:spLocks noGrp="1"/>
          </p:cNvSpPr>
          <p:nvPr>
            <p:ph type="ftr" sz="quarter" idx="11"/>
          </p:nvPr>
        </p:nvSpPr>
        <p:spPr>
          <a:xfrm>
            <a:off x="4925860" y="6492049"/>
            <a:ext cx="4114800" cy="365125"/>
          </a:xfrm>
        </p:spPr>
        <p:txBody>
          <a:bodyPr/>
          <a:lstStyle/>
          <a:p>
            <a:r>
              <a:rPr lang="en-IN"/>
              <a:t>Dr. Vandna Batra</a:t>
            </a:r>
          </a:p>
        </p:txBody>
      </p:sp>
      <p:sp>
        <p:nvSpPr>
          <p:cNvPr id="4" name="TextBox 3">
            <a:extLst>
              <a:ext uri="{FF2B5EF4-FFF2-40B4-BE49-F238E27FC236}">
                <a16:creationId xmlns:a16="http://schemas.microsoft.com/office/drawing/2014/main" id="{87B3EAC6-3DC1-8638-A54A-4B1584C693F5}"/>
              </a:ext>
            </a:extLst>
          </p:cNvPr>
          <p:cNvSpPr txBox="1"/>
          <p:nvPr/>
        </p:nvSpPr>
        <p:spPr>
          <a:xfrm>
            <a:off x="615863" y="1330890"/>
            <a:ext cx="9937315" cy="43088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rtl="0">
              <a:buFont typeface="Arial"/>
              <a:buChar char="•"/>
            </a:pPr>
            <a:r>
              <a:rPr lang="en-US" sz="3200" b="1" i="0" kern="1200" dirty="0">
                <a:latin typeface="Nunito"/>
                <a:ea typeface="+mn-ea"/>
                <a:cs typeface="+mn-cs"/>
              </a:rPr>
              <a:t>Algorithm analysis </a:t>
            </a:r>
            <a:r>
              <a:rPr lang="en-US" sz="3200" b="0" i="0" u="sng" kern="1200" dirty="0">
                <a:latin typeface="Nunito"/>
                <a:ea typeface="+mn-ea"/>
                <a:cs typeface="+mn-cs"/>
              </a:rPr>
              <a:t>i</a:t>
            </a:r>
            <a:r>
              <a:rPr lang="en-US" sz="3200" b="0" i="0" kern="1200" dirty="0">
                <a:solidFill>
                  <a:srgbClr val="273239"/>
                </a:solidFill>
                <a:latin typeface="Nunito"/>
                <a:ea typeface="+mn-ea"/>
                <a:cs typeface="+mn-cs"/>
              </a:rPr>
              <a:t>s an important part of computational complexity theory.</a:t>
            </a:r>
          </a:p>
          <a:p>
            <a:pPr marL="228600" indent="-228600" algn="just" rtl="0">
              <a:buFont typeface="Arial"/>
              <a:buChar char="•"/>
            </a:pPr>
            <a:r>
              <a:rPr lang="en-US" sz="3200" kern="1200" dirty="0">
                <a:solidFill>
                  <a:srgbClr val="273239"/>
                </a:solidFill>
                <a:latin typeface="Nunito"/>
                <a:ea typeface="+mn-ea"/>
                <a:cs typeface="+mn-cs"/>
              </a:rPr>
              <a:t>It </a:t>
            </a:r>
            <a:r>
              <a:rPr lang="en-US" sz="3200" b="0" i="0" kern="1200" dirty="0">
                <a:solidFill>
                  <a:srgbClr val="273239"/>
                </a:solidFill>
                <a:latin typeface="Nunito"/>
                <a:ea typeface="+mn-ea"/>
                <a:cs typeface="+mn-cs"/>
              </a:rPr>
              <a:t>provides theoretical estimation for the required resources of an algorithm to solve a specific computational problem. </a:t>
            </a:r>
            <a:endParaRPr lang="en-US" sz="3200" b="0" i="0" kern="1200" dirty="0">
              <a:solidFill>
                <a:srgbClr val="273239"/>
              </a:solidFill>
              <a:latin typeface="Nunito"/>
            </a:endParaRPr>
          </a:p>
          <a:p>
            <a:pPr marL="228600" indent="-228600" algn="just">
              <a:buFont typeface="Arial"/>
              <a:buChar char="•"/>
            </a:pPr>
            <a:endParaRPr lang="en-US" sz="3200" dirty="0">
              <a:solidFill>
                <a:srgbClr val="273239"/>
              </a:solidFill>
              <a:latin typeface="Nunito"/>
            </a:endParaRPr>
          </a:p>
          <a:p>
            <a:pPr algn="just"/>
            <a:r>
              <a:rPr lang="en-US" sz="2800" i="1" dirty="0">
                <a:solidFill>
                  <a:srgbClr val="273239"/>
                </a:solidFill>
                <a:ea typeface="+mn-lt"/>
                <a:cs typeface="+mn-lt"/>
              </a:rPr>
              <a:t>          "If two algorithms solve the same problem correctly, </a:t>
            </a:r>
            <a:endParaRPr lang="en-US" sz="2800" i="1">
              <a:solidFill>
                <a:srgbClr val="273239"/>
              </a:solidFill>
              <a:latin typeface="Nunito"/>
              <a:ea typeface="+mn-lt"/>
              <a:cs typeface="+mn-lt"/>
            </a:endParaRPr>
          </a:p>
          <a:p>
            <a:pPr algn="just"/>
            <a:r>
              <a:rPr lang="en-US" sz="2800" i="1" dirty="0">
                <a:solidFill>
                  <a:srgbClr val="273239"/>
                </a:solidFill>
                <a:ea typeface="+mn-lt"/>
                <a:cs typeface="+mn-lt"/>
              </a:rPr>
              <a:t>           how do we choose one?”</a:t>
            </a:r>
            <a:endParaRPr lang="en-US" sz="2800" i="1" dirty="0">
              <a:solidFill>
                <a:srgbClr val="273239"/>
              </a:solidFill>
              <a:latin typeface="Nunito"/>
            </a:endParaRPr>
          </a:p>
          <a:p>
            <a:pPr algn="ctr"/>
            <a:endParaRPr lang="en-US">
              <a:ea typeface="Calibri" panose="020F0502020204030204"/>
              <a:cs typeface="Calibri" panose="020F0502020204030204"/>
            </a:endParaRPr>
          </a:p>
        </p:txBody>
      </p:sp>
    </p:spTree>
    <p:extLst>
      <p:ext uri="{BB962C8B-B14F-4D97-AF65-F5344CB8AC3E}">
        <p14:creationId xmlns:p14="http://schemas.microsoft.com/office/powerpoint/2010/main" val="275351214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6A72-F074-6250-6545-65A3FC6A1D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E0B05-269E-9650-B5C7-AD97C29CB88E}"/>
              </a:ext>
            </a:extLst>
          </p:cNvPr>
          <p:cNvSpPr>
            <a:spLocks noGrp="1"/>
          </p:cNvSpPr>
          <p:nvPr>
            <p:ph idx="1"/>
          </p:nvPr>
        </p:nvSpPr>
        <p:spPr>
          <a:xfrm>
            <a:off x="124884" y="988485"/>
            <a:ext cx="11910483" cy="5327649"/>
          </a:xfrm>
        </p:spPr>
        <p:txBody>
          <a:bodyPr lIns="91440" tIns="45720" rIns="91440" bIns="45720" anchor="t"/>
          <a:lstStyle/>
          <a:p>
            <a:pPr algn="just" eaLnBrk="1" hangingPunct="1">
              <a:lnSpc>
                <a:spcPct val="120000"/>
              </a:lnSpc>
              <a:spcBef>
                <a:spcPct val="0"/>
              </a:spcBef>
              <a:buFont typeface="Wingdings" panose="05000000000000000000" pitchFamily="2" charset="2"/>
              <a:buChar char="§"/>
            </a:pPr>
            <a:endParaRPr lang="en-US" altLang="zh-CN" b="1" dirty="0"/>
          </a:p>
          <a:p>
            <a:pPr eaLnBrk="1" hangingPunct="1"/>
            <a:endParaRPr lang="en-IN" altLang="en-US" dirty="0"/>
          </a:p>
        </p:txBody>
      </p:sp>
      <p:sp>
        <p:nvSpPr>
          <p:cNvPr id="9" name="Rectangle 8">
            <a:extLst>
              <a:ext uri="{FF2B5EF4-FFF2-40B4-BE49-F238E27FC236}">
                <a16:creationId xmlns:a16="http://schemas.microsoft.com/office/drawing/2014/main" id="{4851A17D-E748-095B-F72F-F5D2DE3DC5FB}"/>
              </a:ext>
            </a:extLst>
          </p:cNvPr>
          <p:cNvSpPr/>
          <p:nvPr/>
        </p:nvSpPr>
        <p:spPr>
          <a:xfrm>
            <a:off x="0" y="184639"/>
            <a:ext cx="9592055"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IN" sz="3600" dirty="0">
                <a:solidFill>
                  <a:schemeClr val="tx1"/>
                </a:solidFill>
                <a:ea typeface="+mn-lt"/>
                <a:cs typeface="+mn-lt"/>
              </a:rPr>
              <a:t>Why Not Measure Actual Running Time?</a:t>
            </a:r>
            <a:endParaRPr lang="en-US" dirty="0">
              <a:solidFill>
                <a:schemeClr val="tx1"/>
              </a:solidFill>
              <a:ea typeface="+mn-lt"/>
              <a:cs typeface="+mn-lt"/>
            </a:endParaRPr>
          </a:p>
        </p:txBody>
      </p:sp>
      <p:sp>
        <p:nvSpPr>
          <p:cNvPr id="2" name="Footer Placeholder 1">
            <a:extLst>
              <a:ext uri="{FF2B5EF4-FFF2-40B4-BE49-F238E27FC236}">
                <a16:creationId xmlns:a16="http://schemas.microsoft.com/office/drawing/2014/main" id="{3B08E83D-9BD8-7105-F2AC-18367F2584FD}"/>
              </a:ext>
            </a:extLst>
          </p:cNvPr>
          <p:cNvSpPr>
            <a:spLocks noGrp="1"/>
          </p:cNvSpPr>
          <p:nvPr>
            <p:ph type="ftr" sz="quarter" idx="11"/>
          </p:nvPr>
        </p:nvSpPr>
        <p:spPr/>
        <p:txBody>
          <a:bodyPr/>
          <a:lstStyle/>
          <a:p>
            <a:r>
              <a:rPr lang="en-IN"/>
              <a:t>Dr. Vandna Batra</a:t>
            </a:r>
          </a:p>
        </p:txBody>
      </p:sp>
      <p:sp>
        <p:nvSpPr>
          <p:cNvPr id="4" name="TextBox 3">
            <a:extLst>
              <a:ext uri="{FF2B5EF4-FFF2-40B4-BE49-F238E27FC236}">
                <a16:creationId xmlns:a16="http://schemas.microsoft.com/office/drawing/2014/main" id="{9C42FB4E-B200-3CB1-ED58-F98A3DAD55BC}"/>
              </a:ext>
            </a:extLst>
          </p:cNvPr>
          <p:cNvSpPr txBox="1"/>
          <p:nvPr/>
        </p:nvSpPr>
        <p:spPr>
          <a:xfrm>
            <a:off x="709808" y="1570973"/>
            <a:ext cx="9091808"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800" dirty="0"/>
              <a:t>Depends on machine and compiler</a:t>
            </a:r>
            <a:endParaRPr lang="en-US" sz="2800" dirty="0">
              <a:ea typeface="Calibri"/>
              <a:cs typeface="Calibri"/>
            </a:endParaRPr>
          </a:p>
          <a:p>
            <a:pPr marL="228600" indent="-228600">
              <a:buFont typeface=""/>
              <a:buChar char="•"/>
            </a:pPr>
            <a:endParaRPr lang="en-US" sz="2800" dirty="0"/>
          </a:p>
          <a:p>
            <a:pPr marL="228600" indent="-228600">
              <a:buFont typeface=""/>
              <a:buChar char="•"/>
            </a:pPr>
            <a:r>
              <a:rPr lang="en-US" sz="2800" dirty="0"/>
              <a:t>Depends on programming language</a:t>
            </a:r>
            <a:endParaRPr lang="en-US" sz="2800" dirty="0">
              <a:ea typeface="Calibri"/>
              <a:cs typeface="Calibri"/>
            </a:endParaRPr>
          </a:p>
          <a:p>
            <a:pPr marL="228600" indent="-228600">
              <a:buFont typeface=""/>
              <a:buChar char="•"/>
            </a:pPr>
            <a:endParaRPr lang="en-US" sz="2800" dirty="0">
              <a:ea typeface="Calibri"/>
              <a:cs typeface="Calibri"/>
            </a:endParaRPr>
          </a:p>
          <a:p>
            <a:pPr marL="228600" indent="-228600">
              <a:buFont typeface=""/>
              <a:buChar char="•"/>
            </a:pPr>
            <a:r>
              <a:rPr lang="en-US" sz="2800" dirty="0"/>
              <a:t>Depends on input values</a:t>
            </a:r>
          </a:p>
          <a:p>
            <a:pPr marL="228600" indent="-228600">
              <a:buFont typeface=""/>
              <a:buChar char="•"/>
            </a:pPr>
            <a:endParaRPr lang="en-US" sz="2800" dirty="0">
              <a:ea typeface="Calibri"/>
              <a:cs typeface="Calibri"/>
            </a:endParaRPr>
          </a:p>
          <a:p>
            <a:r>
              <a:rPr lang="en-US" sz="2800" dirty="0"/>
              <a:t>➡️ Leads naturally to </a:t>
            </a:r>
            <a:r>
              <a:rPr lang="en-US" sz="2800" b="1" dirty="0"/>
              <a:t>Asymptotic Analysis</a:t>
            </a:r>
            <a:endParaRPr lang="en-US" sz="2800" b="1" dirty="0">
              <a:ea typeface="Calibri"/>
              <a:cs typeface="Calibri"/>
            </a:endParaRPr>
          </a:p>
          <a:p>
            <a:pPr algn="ctr"/>
            <a:endParaRPr lang="en-US" sz="2800" dirty="0">
              <a:ea typeface="Calibri"/>
              <a:cs typeface="Calibri"/>
            </a:endParaRPr>
          </a:p>
        </p:txBody>
      </p:sp>
    </p:spTree>
    <p:extLst>
      <p:ext uri="{BB962C8B-B14F-4D97-AF65-F5344CB8AC3E}">
        <p14:creationId xmlns:p14="http://schemas.microsoft.com/office/powerpoint/2010/main" val="423606346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68316-250A-3D08-D623-DE824258EA46}"/>
              </a:ext>
            </a:extLst>
          </p:cNvPr>
          <p:cNvSpPr>
            <a:spLocks noGrp="1"/>
          </p:cNvSpPr>
          <p:nvPr>
            <p:ph idx="1"/>
          </p:nvPr>
        </p:nvSpPr>
        <p:spPr>
          <a:xfrm>
            <a:off x="168845" y="1305008"/>
            <a:ext cx="10865501" cy="5327649"/>
          </a:xfrm>
        </p:spPr>
        <p:txBody>
          <a:bodyPr lIns="91440" tIns="45720" rIns="91440" bIns="45720" rtlCol="0" anchor="t">
            <a:normAutofit/>
          </a:bodyPr>
          <a:lstStyle/>
          <a:p>
            <a:pPr algn="just">
              <a:lnSpc>
                <a:spcPct val="120000"/>
              </a:lnSpc>
              <a:spcBef>
                <a:spcPts val="0"/>
              </a:spcBef>
              <a:buClr>
                <a:schemeClr val="accent3"/>
              </a:buClr>
              <a:buFont typeface="Wingdings" panose="020B0604020202020204" pitchFamily="34" charset="0"/>
              <a:buChar char="§"/>
              <a:defRPr/>
            </a:pPr>
            <a:r>
              <a:rPr lang="en-US" dirty="0">
                <a:ea typeface="+mn-lt"/>
                <a:cs typeface="+mn-lt"/>
              </a:rPr>
              <a:t>What Asymptotic Analysis Does</a:t>
            </a:r>
            <a:endParaRPr lang="en-US" altLang="zh-CN" b="1" dirty="0">
              <a:cs typeface="Calibri" panose="020F0502020204030204"/>
            </a:endParaRPr>
          </a:p>
          <a:p>
            <a:pPr lvl="1">
              <a:buClr>
                <a:schemeClr val="accent3"/>
              </a:buClr>
              <a:buFont typeface="Courier New" pitchFamily="2" charset="2"/>
              <a:buChar char="o"/>
              <a:defRPr/>
            </a:pPr>
            <a:r>
              <a:rPr lang="en-US" sz="2800" dirty="0">
                <a:solidFill>
                  <a:srgbClr val="000000"/>
                </a:solidFill>
                <a:ea typeface="+mn-lt"/>
                <a:cs typeface="+mn-lt"/>
              </a:rPr>
              <a:t>Studies growth rate w.r.t input size</a:t>
            </a:r>
            <a:endParaRPr lang="en-US" sz="2800" dirty="0">
              <a:solidFill>
                <a:srgbClr val="000000"/>
              </a:solidFill>
              <a:ea typeface="Calibri"/>
              <a:cs typeface="Calibri"/>
            </a:endParaRPr>
          </a:p>
          <a:p>
            <a:pPr marL="457200" lvl="1" indent="0">
              <a:buClr>
                <a:srgbClr val="A5A5A5"/>
              </a:buClr>
              <a:buNone/>
              <a:defRPr/>
            </a:pPr>
            <a:r>
              <a:rPr lang="en-US" sz="2800" b="1" dirty="0">
                <a:solidFill>
                  <a:srgbClr val="FF0000"/>
                </a:solidFill>
                <a:ea typeface="+mn-lt"/>
                <a:cs typeface="+mn-lt"/>
              </a:rPr>
              <a:t>     (we don’t measure the actual running time)</a:t>
            </a:r>
            <a:endParaRPr lang="en-US" sz="2800" b="1" dirty="0">
              <a:solidFill>
                <a:srgbClr val="000000"/>
              </a:solidFill>
              <a:ea typeface="+mn-lt"/>
              <a:cs typeface="+mn-lt"/>
            </a:endParaRPr>
          </a:p>
          <a:p>
            <a:pPr lvl="1">
              <a:buClr>
                <a:srgbClr val="A5A5A5"/>
              </a:buClr>
              <a:buFont typeface="Courier New" pitchFamily="2" charset="2"/>
              <a:buChar char="o"/>
              <a:defRPr/>
            </a:pPr>
            <a:endParaRPr lang="en-US" sz="2800" dirty="0">
              <a:solidFill>
                <a:srgbClr val="000000"/>
              </a:solidFill>
              <a:ea typeface="+mn-lt"/>
              <a:cs typeface="+mn-lt"/>
            </a:endParaRPr>
          </a:p>
          <a:p>
            <a:pPr lvl="1">
              <a:buFont typeface="Courier New" pitchFamily="2" charset="2"/>
              <a:buChar char="o"/>
              <a:defRPr/>
            </a:pPr>
            <a:r>
              <a:rPr lang="en-US" sz="2800" dirty="0">
                <a:solidFill>
                  <a:srgbClr val="000000"/>
                </a:solidFill>
                <a:ea typeface="+mn-lt"/>
                <a:cs typeface="+mn-lt"/>
              </a:rPr>
              <a:t>Ignores machine-dependent factors</a:t>
            </a:r>
            <a:endParaRPr lang="en-US" sz="2800" dirty="0">
              <a:ea typeface="Calibri" panose="020F0502020204030204"/>
              <a:cs typeface="Calibri" panose="020F0502020204030204"/>
            </a:endParaRPr>
          </a:p>
          <a:p>
            <a:pPr lvl="1">
              <a:buFont typeface="Courier New" pitchFamily="2" charset="2"/>
              <a:buChar char="o"/>
              <a:defRPr/>
            </a:pPr>
            <a:endParaRPr lang="en-US" sz="2800" dirty="0">
              <a:solidFill>
                <a:srgbClr val="000000"/>
              </a:solidFill>
              <a:ea typeface="+mn-lt"/>
              <a:cs typeface="+mn-lt"/>
            </a:endParaRPr>
          </a:p>
          <a:p>
            <a:pPr lvl="1">
              <a:buFont typeface="Courier New" pitchFamily="2" charset="2"/>
              <a:buChar char="o"/>
              <a:defRPr/>
            </a:pPr>
            <a:r>
              <a:rPr lang="en-US" sz="2800" dirty="0">
                <a:solidFill>
                  <a:srgbClr val="000000"/>
                </a:solidFill>
                <a:ea typeface="+mn-lt"/>
                <a:cs typeface="+mn-lt"/>
              </a:rPr>
              <a:t>Focuses on large inputs</a:t>
            </a:r>
            <a:endParaRPr lang="en-US" sz="2800" dirty="0">
              <a:ea typeface="Calibri" panose="020F0502020204030204"/>
              <a:cs typeface="Calibri" panose="020F0502020204030204"/>
            </a:endParaRPr>
          </a:p>
          <a:p>
            <a:pPr algn="just">
              <a:lnSpc>
                <a:spcPct val="120000"/>
              </a:lnSpc>
              <a:spcBef>
                <a:spcPts val="0"/>
              </a:spcBef>
              <a:buClr>
                <a:schemeClr val="accent3"/>
              </a:buClr>
              <a:buFont typeface="Wingdings" panose="020B0604020202020204" pitchFamily="34" charset="0"/>
              <a:buChar char="§"/>
              <a:defRPr/>
            </a:pPr>
            <a:endParaRPr lang="en-US" dirty="0">
              <a:solidFill>
                <a:srgbClr val="000000"/>
              </a:solidFill>
              <a:ea typeface="Calibri"/>
              <a:cs typeface="Calibri"/>
            </a:endParaRPr>
          </a:p>
          <a:p>
            <a:pPr algn="just">
              <a:lnSpc>
                <a:spcPct val="110000"/>
              </a:lnSpc>
              <a:spcBef>
                <a:spcPts val="0"/>
              </a:spcBef>
              <a:buClr>
                <a:schemeClr val="accent3"/>
              </a:buClr>
              <a:buFont typeface="Wingdings" panose="020B0604020202020204" pitchFamily="34" charset="0"/>
              <a:buChar char="§"/>
              <a:defRPr/>
            </a:pPr>
            <a:endParaRPr lang="en-US" altLang="zh-CN" b="1" dirty="0">
              <a:solidFill>
                <a:srgbClr val="FF0000"/>
              </a:solidFill>
              <a:ea typeface="等线" panose="02010600030101010101" pitchFamily="2" charset="-122"/>
              <a:cs typeface="Calibri" panose="020F0502020204030204"/>
            </a:endParaRPr>
          </a:p>
          <a:p>
            <a:pPr>
              <a:buClr>
                <a:schemeClr val="accent3"/>
              </a:buClr>
              <a:defRPr/>
            </a:pPr>
            <a:endParaRPr lang="en-IN" dirty="0">
              <a:ea typeface="Calibri" panose="020F0502020204030204"/>
              <a:cs typeface="Calibri" panose="020F0502020204030204"/>
            </a:endParaRPr>
          </a:p>
        </p:txBody>
      </p:sp>
      <p:sp>
        <p:nvSpPr>
          <p:cNvPr id="9" name="Rectangle 8">
            <a:extLst>
              <a:ext uri="{FF2B5EF4-FFF2-40B4-BE49-F238E27FC236}">
                <a16:creationId xmlns:a16="http://schemas.microsoft.com/office/drawing/2014/main" id="{A8744F5A-994C-0DF4-0BD9-5AABDADD579D}"/>
              </a:ext>
            </a:extLst>
          </p:cNvPr>
          <p:cNvSpPr/>
          <p:nvPr/>
        </p:nvSpPr>
        <p:spPr>
          <a:xfrm>
            <a:off x="0" y="1"/>
            <a:ext cx="7605346"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Asymptotic Analysis of Algorithms</a:t>
            </a:r>
            <a:endParaRPr lang="en-US" sz="4000" b="1" dirty="0">
              <a:solidFill>
                <a:schemeClr val="tx1"/>
              </a:solidFill>
            </a:endParaRPr>
          </a:p>
        </p:txBody>
      </p:sp>
      <p:sp>
        <p:nvSpPr>
          <p:cNvPr id="2" name="Footer Placeholder 1">
            <a:extLst>
              <a:ext uri="{FF2B5EF4-FFF2-40B4-BE49-F238E27FC236}">
                <a16:creationId xmlns:a16="http://schemas.microsoft.com/office/drawing/2014/main" id="{C5C703EA-95AA-18CC-856F-8F2A6C3A3A4E}"/>
              </a:ext>
            </a:extLst>
          </p:cNvPr>
          <p:cNvSpPr>
            <a:spLocks noGrp="1"/>
          </p:cNvSpPr>
          <p:nvPr>
            <p:ph type="ftr" sz="quarter" idx="11"/>
          </p:nvPr>
        </p:nvSpPr>
        <p:spPr/>
        <p:txBody>
          <a:bodyPr/>
          <a:lstStyle/>
          <a:p>
            <a:r>
              <a:rPr lang="en-IN"/>
              <a:t>Dr. Vandna Batra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0F26A-C9DC-033C-E132-1D531BA615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D959DA-40EC-8B38-874E-A761053820A4}"/>
              </a:ext>
            </a:extLst>
          </p:cNvPr>
          <p:cNvSpPr>
            <a:spLocks noGrp="1"/>
          </p:cNvSpPr>
          <p:nvPr>
            <p:ph idx="1"/>
          </p:nvPr>
        </p:nvSpPr>
        <p:spPr>
          <a:xfrm>
            <a:off x="168845" y="1305008"/>
            <a:ext cx="10865501" cy="5327649"/>
          </a:xfrm>
        </p:spPr>
        <p:txBody>
          <a:bodyPr lIns="91440" tIns="45720" rIns="91440" bIns="45720" rtlCol="0" anchor="t">
            <a:normAutofit/>
          </a:bodyPr>
          <a:lstStyle/>
          <a:p>
            <a:pPr algn="just">
              <a:lnSpc>
                <a:spcPct val="120000"/>
              </a:lnSpc>
              <a:spcBef>
                <a:spcPts val="0"/>
              </a:spcBef>
              <a:buClr>
                <a:schemeClr val="accent3"/>
              </a:buClr>
              <a:buFont typeface="Wingdings" pitchFamily="2" charset="2"/>
              <a:buChar char="§"/>
              <a:defRPr/>
            </a:pPr>
            <a:r>
              <a:rPr lang="en-US" dirty="0">
                <a:ea typeface="+mn-lt"/>
                <a:cs typeface="+mn-lt"/>
              </a:rPr>
              <a:t>What It Helps Us Do</a:t>
            </a:r>
            <a:endParaRPr lang="en-US" altLang="zh-CN" b="1" dirty="0">
              <a:ea typeface="等线"/>
            </a:endParaRPr>
          </a:p>
          <a:p>
            <a:pPr lvl="1" algn="just">
              <a:buClr>
                <a:schemeClr val="accent3"/>
              </a:buClr>
              <a:buFont typeface="Courier New" pitchFamily="2" charset="2"/>
              <a:buChar char="o"/>
              <a:defRPr/>
            </a:pPr>
            <a:r>
              <a:rPr lang="en-US" sz="2800" dirty="0">
                <a:ea typeface="+mn-lt"/>
                <a:cs typeface="+mn-lt"/>
              </a:rPr>
              <a:t>Compare algorithms</a:t>
            </a:r>
            <a:endParaRPr lang="en-US" sz="2800" dirty="0">
              <a:ea typeface="Calibri"/>
              <a:cs typeface="Calibri"/>
            </a:endParaRPr>
          </a:p>
          <a:p>
            <a:pPr lvl="1" algn="just">
              <a:buFont typeface="Courier New" pitchFamily="2" charset="2"/>
              <a:buChar char="o"/>
              <a:defRPr/>
            </a:pPr>
            <a:r>
              <a:rPr lang="en-US" sz="2800" dirty="0">
                <a:ea typeface="+mn-lt"/>
                <a:cs typeface="+mn-lt"/>
              </a:rPr>
              <a:t>Predict scalability</a:t>
            </a:r>
            <a:endParaRPr lang="en-US" sz="2800" dirty="0">
              <a:ea typeface="Calibri"/>
              <a:cs typeface="Calibri"/>
            </a:endParaRPr>
          </a:p>
          <a:p>
            <a:pPr lvl="1" algn="just">
              <a:buFont typeface="Courier New" pitchFamily="2" charset="2"/>
              <a:buChar char="o"/>
              <a:defRPr/>
            </a:pPr>
            <a:r>
              <a:rPr lang="en-US" sz="2800" dirty="0">
                <a:ea typeface="+mn-lt"/>
                <a:cs typeface="+mn-lt"/>
              </a:rPr>
              <a:t>Choose efficient solutions</a:t>
            </a:r>
            <a:endParaRPr lang="en-US" sz="2800" dirty="0">
              <a:ea typeface="Calibri"/>
              <a:cs typeface="Calibri"/>
            </a:endParaRPr>
          </a:p>
          <a:p>
            <a:pPr algn="just">
              <a:lnSpc>
                <a:spcPct val="120000"/>
              </a:lnSpc>
              <a:spcBef>
                <a:spcPts val="0"/>
              </a:spcBef>
              <a:buClr>
                <a:schemeClr val="accent3"/>
              </a:buClr>
              <a:buFont typeface="Wingdings" pitchFamily="2" charset="2"/>
              <a:buChar char="§"/>
              <a:defRPr/>
            </a:pPr>
            <a:endParaRPr lang="en-US" dirty="0">
              <a:ea typeface="Calibri"/>
              <a:cs typeface="Calibri"/>
            </a:endParaRPr>
          </a:p>
          <a:p>
            <a:pPr algn="just">
              <a:lnSpc>
                <a:spcPct val="120000"/>
              </a:lnSpc>
              <a:spcBef>
                <a:spcPts val="0"/>
              </a:spcBef>
              <a:buClr>
                <a:schemeClr val="accent3"/>
              </a:buClr>
              <a:buFont typeface="Wingdings" pitchFamily="2" charset="2"/>
              <a:buChar char="§"/>
              <a:defRPr/>
            </a:pPr>
            <a:r>
              <a:rPr lang="en-US" b="1" dirty="0">
                <a:solidFill>
                  <a:srgbClr val="FF0000"/>
                </a:solidFill>
                <a:ea typeface="Calibri"/>
              </a:rPr>
              <a:t>Asymptotic</a:t>
            </a:r>
            <a:r>
              <a:rPr lang="en-US" b="1" dirty="0">
                <a:solidFill>
                  <a:srgbClr val="FF0000"/>
                </a:solidFill>
              </a:rPr>
              <a:t> Analysis is not perfect, </a:t>
            </a:r>
            <a:endParaRPr lang="en-US" altLang="zh-CN" b="1" dirty="0">
              <a:solidFill>
                <a:srgbClr val="FF0000"/>
              </a:solidFill>
              <a:ea typeface="等线"/>
            </a:endParaRPr>
          </a:p>
          <a:p>
            <a:pPr marL="0" indent="0" algn="just">
              <a:lnSpc>
                <a:spcPct val="120000"/>
              </a:lnSpc>
              <a:spcBef>
                <a:spcPts val="0"/>
              </a:spcBef>
              <a:buClr>
                <a:schemeClr val="accent3"/>
              </a:buClr>
              <a:buNone/>
              <a:defRPr/>
            </a:pPr>
            <a:r>
              <a:rPr lang="en-US" b="1" dirty="0">
                <a:solidFill>
                  <a:srgbClr val="FF0000"/>
                </a:solidFill>
              </a:rPr>
              <a:t> but that’s the best way available for analyzing algorithms</a:t>
            </a:r>
            <a:endParaRPr lang="en-US" altLang="zh-CN" b="1">
              <a:solidFill>
                <a:srgbClr val="FF0000"/>
              </a:solidFill>
              <a:ea typeface="等线"/>
              <a:cs typeface="Calibri"/>
            </a:endParaRPr>
          </a:p>
          <a:p>
            <a:pPr algn="just">
              <a:lnSpc>
                <a:spcPct val="120000"/>
              </a:lnSpc>
              <a:spcBef>
                <a:spcPts val="0"/>
              </a:spcBef>
              <a:buClr>
                <a:schemeClr val="accent3"/>
              </a:buClr>
              <a:buFont typeface="Wingdings" pitchFamily="2" charset="2"/>
              <a:buChar char="§"/>
              <a:defRPr/>
            </a:pPr>
            <a:endParaRPr lang="en-US" altLang="zh-CN" b="1" dirty="0"/>
          </a:p>
          <a:p>
            <a:pPr algn="just">
              <a:lnSpc>
                <a:spcPct val="110000"/>
              </a:lnSpc>
              <a:spcBef>
                <a:spcPts val="0"/>
              </a:spcBef>
              <a:buClr>
                <a:schemeClr val="accent3"/>
              </a:buClr>
              <a:buFont typeface="Wingdings" pitchFamily="2" charset="2"/>
              <a:buChar char="§"/>
              <a:defRPr/>
            </a:pPr>
            <a:endParaRPr lang="en-US" altLang="zh-CN" b="1" dirty="0">
              <a:solidFill>
                <a:srgbClr val="FF0000"/>
              </a:solidFill>
            </a:endParaRPr>
          </a:p>
          <a:p>
            <a:pPr>
              <a:buClr>
                <a:schemeClr val="accent3"/>
              </a:buClr>
              <a:defRPr/>
            </a:pPr>
            <a:endParaRPr lang="en-IN" dirty="0"/>
          </a:p>
        </p:txBody>
      </p:sp>
      <p:sp>
        <p:nvSpPr>
          <p:cNvPr id="9" name="Rectangle 8">
            <a:extLst>
              <a:ext uri="{FF2B5EF4-FFF2-40B4-BE49-F238E27FC236}">
                <a16:creationId xmlns:a16="http://schemas.microsoft.com/office/drawing/2014/main" id="{668250FF-8383-5D58-2B0D-ECF6BD158D8C}"/>
              </a:ext>
            </a:extLst>
          </p:cNvPr>
          <p:cNvSpPr/>
          <p:nvPr/>
        </p:nvSpPr>
        <p:spPr>
          <a:xfrm>
            <a:off x="0" y="1"/>
            <a:ext cx="7605346"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Asymptotic Analysis of Algorithms</a:t>
            </a:r>
            <a:endParaRPr lang="en-US" sz="4000" b="1" dirty="0">
              <a:solidFill>
                <a:schemeClr val="tx1"/>
              </a:solidFill>
            </a:endParaRPr>
          </a:p>
        </p:txBody>
      </p:sp>
      <p:sp>
        <p:nvSpPr>
          <p:cNvPr id="2" name="Footer Placeholder 1">
            <a:extLst>
              <a:ext uri="{FF2B5EF4-FFF2-40B4-BE49-F238E27FC236}">
                <a16:creationId xmlns:a16="http://schemas.microsoft.com/office/drawing/2014/main" id="{78E44241-E1D6-F131-36A8-96F7BCA5B40E}"/>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9925993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blinds(horizontal)">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linds(horizont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linds(horizontal)">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blinds(horizontal)">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linds(horizontal)">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D24DE-DCB6-F58D-72A5-AE5125387378}"/>
              </a:ext>
            </a:extLst>
          </p:cNvPr>
          <p:cNvSpPr>
            <a:spLocks noGrp="1"/>
          </p:cNvSpPr>
          <p:nvPr>
            <p:ph type="title"/>
          </p:nvPr>
        </p:nvSpPr>
        <p:spPr/>
        <p:txBody>
          <a:bodyPr lIns="91440" tIns="45720" rIns="91440" bIns="45720" anchor="t"/>
          <a:lstStyle/>
          <a:p>
            <a:r>
              <a:rPr lang="en-US" b="1" dirty="0">
                <a:ea typeface="Calibri Light"/>
                <a:cs typeface="Calibri Light"/>
              </a:rPr>
              <a:t>Complexity of an Algorithm</a:t>
            </a:r>
            <a:endParaRPr lang="en-US" dirty="0"/>
          </a:p>
        </p:txBody>
      </p:sp>
      <p:sp>
        <p:nvSpPr>
          <p:cNvPr id="3" name="Content Placeholder 2">
            <a:extLst>
              <a:ext uri="{FF2B5EF4-FFF2-40B4-BE49-F238E27FC236}">
                <a16:creationId xmlns:a16="http://schemas.microsoft.com/office/drawing/2014/main" id="{5AF47E68-66D3-B31F-7413-A7ECC50D6903}"/>
              </a:ext>
            </a:extLst>
          </p:cNvPr>
          <p:cNvSpPr>
            <a:spLocks noGrp="1"/>
          </p:cNvSpPr>
          <p:nvPr>
            <p:ph idx="1"/>
          </p:nvPr>
        </p:nvSpPr>
        <p:spPr/>
        <p:txBody>
          <a:bodyPr lIns="91440" tIns="45720" rIns="91440" bIns="45720" anchor="t"/>
          <a:lstStyle/>
          <a:p>
            <a:pPr marL="0" indent="0" algn="just">
              <a:buNone/>
            </a:pPr>
            <a:r>
              <a:rPr lang="en-US" dirty="0">
                <a:latin typeface="Arial"/>
                <a:cs typeface="Arial"/>
              </a:rPr>
              <a:t>1.</a:t>
            </a:r>
            <a:r>
              <a:rPr lang="en-US" b="1" dirty="0">
                <a:ea typeface="Calibri"/>
                <a:cs typeface="Calibri"/>
              </a:rPr>
              <a:t>Time Complexity</a:t>
            </a:r>
            <a:endParaRPr lang="en-US" dirty="0">
              <a:ea typeface="Calibri" panose="020F0502020204030204"/>
              <a:cs typeface="Calibri" panose="020F0502020204030204"/>
            </a:endParaRPr>
          </a:p>
          <a:p>
            <a:pPr algn="just"/>
            <a:r>
              <a:rPr lang="en-US" dirty="0">
                <a:ea typeface="Calibri" panose="020F0502020204030204"/>
                <a:cs typeface="Calibri" panose="020F0502020204030204"/>
              </a:rPr>
              <a:t>Running time of the program as a function of the size of input</a:t>
            </a:r>
            <a:endParaRPr lang="en-US" dirty="0"/>
          </a:p>
          <a:p>
            <a:pPr marL="0" indent="0" algn="just">
              <a:buNone/>
            </a:pPr>
            <a:endParaRPr lang="en-US" dirty="0">
              <a:ea typeface="Calibri"/>
              <a:cs typeface="Calibri"/>
            </a:endParaRPr>
          </a:p>
          <a:p>
            <a:pPr marL="0" indent="0" algn="just">
              <a:buNone/>
            </a:pPr>
            <a:r>
              <a:rPr lang="en-US" b="1" dirty="0">
                <a:ea typeface="Calibri"/>
                <a:cs typeface="Calibri"/>
              </a:rPr>
              <a:t>2. Space Complexity</a:t>
            </a:r>
            <a:endParaRPr lang="en-US" dirty="0">
              <a:ea typeface="Calibri"/>
              <a:cs typeface="Calibri"/>
            </a:endParaRPr>
          </a:p>
          <a:p>
            <a:pPr algn="just"/>
            <a:r>
              <a:rPr lang="en-US" dirty="0">
                <a:ea typeface="Calibri"/>
                <a:cs typeface="Calibri"/>
              </a:rPr>
              <a:t>Amount of computer memory required during the program execution, as a function of the input size.</a:t>
            </a:r>
            <a:endParaRPr lang="en-US" dirty="0"/>
          </a:p>
          <a:p>
            <a:endParaRPr lang="en-US" dirty="0">
              <a:ea typeface="Calibri"/>
              <a:cs typeface="Calibri"/>
            </a:endParaRPr>
          </a:p>
        </p:txBody>
      </p:sp>
      <p:sp>
        <p:nvSpPr>
          <p:cNvPr id="4" name="Footer Placeholder 3">
            <a:extLst>
              <a:ext uri="{FF2B5EF4-FFF2-40B4-BE49-F238E27FC236}">
                <a16:creationId xmlns:a16="http://schemas.microsoft.com/office/drawing/2014/main" id="{11C1869E-91EE-A7FA-104B-DC10FE6DBEDF}"/>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700078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994FD-1AD8-5909-4AC8-9ECE92F95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9682A-80E2-6D9A-0CFF-85AA893E9009}"/>
              </a:ext>
            </a:extLst>
          </p:cNvPr>
          <p:cNvSpPr>
            <a:spLocks noGrp="1"/>
          </p:cNvSpPr>
          <p:nvPr>
            <p:ph type="title"/>
          </p:nvPr>
        </p:nvSpPr>
        <p:spPr/>
        <p:txBody>
          <a:bodyPr/>
          <a:lstStyle/>
          <a:p>
            <a:r>
              <a:rPr lang="en-US" b="1" dirty="0"/>
              <a:t>Time Complexity</a:t>
            </a:r>
            <a:endParaRPr lang="en-IN" b="1" dirty="0"/>
          </a:p>
        </p:txBody>
      </p:sp>
      <p:sp>
        <p:nvSpPr>
          <p:cNvPr id="3" name="Content Placeholder 2">
            <a:extLst>
              <a:ext uri="{FF2B5EF4-FFF2-40B4-BE49-F238E27FC236}">
                <a16:creationId xmlns:a16="http://schemas.microsoft.com/office/drawing/2014/main" id="{D610236C-7D8E-D598-E0EC-0E8485BFE3ED}"/>
              </a:ext>
            </a:extLst>
          </p:cNvPr>
          <p:cNvSpPr>
            <a:spLocks noGrp="1"/>
          </p:cNvSpPr>
          <p:nvPr>
            <p:ph idx="1"/>
          </p:nvPr>
        </p:nvSpPr>
        <p:spPr>
          <a:xfrm>
            <a:off x="810229" y="1501532"/>
            <a:ext cx="10544536" cy="5258081"/>
          </a:xfrm>
        </p:spPr>
        <p:txBody>
          <a:bodyPr/>
          <a:lstStyle/>
          <a:p>
            <a:pPr algn="just">
              <a:spcAft>
                <a:spcPts val="1200"/>
              </a:spcAft>
              <a:defRPr/>
            </a:pPr>
            <a:r>
              <a:rPr lang="en-US" dirty="0"/>
              <a:t>Time T(P) taken by a program is the sum of the </a:t>
            </a:r>
            <a:r>
              <a:rPr lang="en-US" b="1" dirty="0">
                <a:solidFill>
                  <a:srgbClr val="C00000"/>
                </a:solidFill>
              </a:rPr>
              <a:t>Compile Time</a:t>
            </a:r>
            <a:r>
              <a:rPr lang="en-US" dirty="0"/>
              <a:t> and </a:t>
            </a:r>
            <a:r>
              <a:rPr lang="en-US" b="1" dirty="0">
                <a:solidFill>
                  <a:srgbClr val="C00000"/>
                </a:solidFill>
              </a:rPr>
              <a:t>Run(or Execution) </a:t>
            </a:r>
            <a:r>
              <a:rPr lang="en-US" dirty="0"/>
              <a:t>time.</a:t>
            </a:r>
          </a:p>
          <a:p>
            <a:pPr algn="just">
              <a:spcAft>
                <a:spcPts val="1200"/>
              </a:spcAft>
              <a:defRPr/>
            </a:pPr>
            <a:r>
              <a:rPr lang="en-US" dirty="0"/>
              <a:t>Program once compiled can be run several times.</a:t>
            </a:r>
          </a:p>
          <a:p>
            <a:pPr algn="just">
              <a:spcAft>
                <a:spcPts val="1200"/>
              </a:spcAft>
              <a:defRPr/>
            </a:pPr>
            <a:r>
              <a:rPr lang="en-US" dirty="0"/>
              <a:t>Compile time doesn’t depend on instance characteristics.</a:t>
            </a:r>
          </a:p>
          <a:p>
            <a:pPr algn="just">
              <a:spcAft>
                <a:spcPts val="1200"/>
              </a:spcAft>
              <a:defRPr/>
            </a:pPr>
            <a:r>
              <a:rPr lang="en-US" dirty="0"/>
              <a:t>Time complexity measures the amount of time an algorithm takes to complete as a function of the input size n. </a:t>
            </a:r>
          </a:p>
          <a:p>
            <a:pPr algn="just">
              <a:spcAft>
                <a:spcPts val="1200"/>
              </a:spcAft>
              <a:defRPr/>
            </a:pPr>
            <a:r>
              <a:rPr lang="en-US" dirty="0"/>
              <a:t>It reflects the growth rate of the number of operations as input size increases.</a:t>
            </a:r>
          </a:p>
          <a:p>
            <a:pPr algn="just">
              <a:spcAft>
                <a:spcPts val="1200"/>
              </a:spcAft>
              <a:defRPr/>
            </a:pPr>
            <a:endParaRPr lang="en-US" dirty="0"/>
          </a:p>
        </p:txBody>
      </p:sp>
      <p:sp>
        <p:nvSpPr>
          <p:cNvPr id="4" name="Footer Placeholder 3">
            <a:extLst>
              <a:ext uri="{FF2B5EF4-FFF2-40B4-BE49-F238E27FC236}">
                <a16:creationId xmlns:a16="http://schemas.microsoft.com/office/drawing/2014/main" id="{4A713B02-CE6F-7877-CF85-AECCDCC2BE5C}"/>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1653773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2405-69C5-12C2-3420-01243099B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F3360-8FB1-109E-5264-81B3E7AA7EDF}"/>
              </a:ext>
            </a:extLst>
          </p:cNvPr>
          <p:cNvSpPr>
            <a:spLocks noGrp="1"/>
          </p:cNvSpPr>
          <p:nvPr>
            <p:ph type="title"/>
          </p:nvPr>
        </p:nvSpPr>
        <p:spPr/>
        <p:txBody>
          <a:bodyPr/>
          <a:lstStyle/>
          <a:p>
            <a:r>
              <a:rPr lang="en-US" b="1" dirty="0"/>
              <a:t>Types of Time Complexity</a:t>
            </a:r>
            <a:endParaRPr lang="en-IN" b="1" dirty="0"/>
          </a:p>
        </p:txBody>
      </p:sp>
      <p:sp>
        <p:nvSpPr>
          <p:cNvPr id="3" name="Content Placeholder 2">
            <a:extLst>
              <a:ext uri="{FF2B5EF4-FFF2-40B4-BE49-F238E27FC236}">
                <a16:creationId xmlns:a16="http://schemas.microsoft.com/office/drawing/2014/main" id="{21796A6D-4DA8-9C11-F24F-9C4148A0446C}"/>
              </a:ext>
            </a:extLst>
          </p:cNvPr>
          <p:cNvSpPr>
            <a:spLocks noGrp="1"/>
          </p:cNvSpPr>
          <p:nvPr>
            <p:ph idx="1"/>
          </p:nvPr>
        </p:nvSpPr>
        <p:spPr>
          <a:xfrm>
            <a:off x="810229" y="1501532"/>
            <a:ext cx="10544536" cy="5258081"/>
          </a:xfrm>
        </p:spPr>
        <p:txBody>
          <a:bodyPr/>
          <a:lstStyle/>
          <a:p>
            <a:pPr marL="0" indent="0">
              <a:buNone/>
            </a:pPr>
            <a:endParaRPr lang="en-US" b="1" dirty="0"/>
          </a:p>
          <a:p>
            <a:pPr>
              <a:buFont typeface="+mj-lt"/>
              <a:buAutoNum type="arabicPeriod"/>
            </a:pPr>
            <a:r>
              <a:rPr lang="en-US" b="1" dirty="0"/>
              <a:t>Best Case</a:t>
            </a:r>
            <a:r>
              <a:rPr lang="en-US" dirty="0"/>
              <a:t>: The minimum time required for an algorithm to complete (optimistic scenario).</a:t>
            </a:r>
          </a:p>
          <a:p>
            <a:pPr>
              <a:buFont typeface="+mj-lt"/>
              <a:buAutoNum type="arabicPeriod"/>
            </a:pPr>
            <a:r>
              <a:rPr lang="en-US" b="1" dirty="0"/>
              <a:t>Worst Case</a:t>
            </a:r>
            <a:r>
              <a:rPr lang="en-US" dirty="0"/>
              <a:t>: The maximum time required (pessimistic scenario).</a:t>
            </a:r>
          </a:p>
          <a:p>
            <a:pPr>
              <a:buFont typeface="+mj-lt"/>
              <a:buAutoNum type="arabicPeriod"/>
            </a:pPr>
            <a:r>
              <a:rPr lang="en-US" b="1" dirty="0"/>
              <a:t>Average Case</a:t>
            </a:r>
            <a:r>
              <a:rPr lang="en-US" dirty="0"/>
              <a:t>: The expected time for a random input of size n.</a:t>
            </a:r>
          </a:p>
        </p:txBody>
      </p:sp>
      <p:sp>
        <p:nvSpPr>
          <p:cNvPr id="4" name="Footer Placeholder 3">
            <a:extLst>
              <a:ext uri="{FF2B5EF4-FFF2-40B4-BE49-F238E27FC236}">
                <a16:creationId xmlns:a16="http://schemas.microsoft.com/office/drawing/2014/main" id="{3C34A290-6690-DCC7-B856-9A284BC5B410}"/>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1463635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624D4-5C43-0D70-2C03-37426CFEA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C5F83-21C4-2BFE-A1AF-36698C51D7C5}"/>
              </a:ext>
            </a:extLst>
          </p:cNvPr>
          <p:cNvSpPr>
            <a:spLocks noGrp="1"/>
          </p:cNvSpPr>
          <p:nvPr>
            <p:ph type="title"/>
          </p:nvPr>
        </p:nvSpPr>
        <p:spPr/>
        <p:txBody>
          <a:bodyPr/>
          <a:lstStyle/>
          <a:p>
            <a:r>
              <a:rPr lang="en-US" b="1" dirty="0"/>
              <a:t>Types of Time Complexity</a:t>
            </a:r>
            <a:endParaRPr lang="en-IN" b="1" dirty="0"/>
          </a:p>
        </p:txBody>
      </p:sp>
      <p:sp>
        <p:nvSpPr>
          <p:cNvPr id="3" name="Content Placeholder 2">
            <a:extLst>
              <a:ext uri="{FF2B5EF4-FFF2-40B4-BE49-F238E27FC236}">
                <a16:creationId xmlns:a16="http://schemas.microsoft.com/office/drawing/2014/main" id="{7BBB314F-AB60-0E5B-083B-7E492B71E82D}"/>
              </a:ext>
            </a:extLst>
          </p:cNvPr>
          <p:cNvSpPr>
            <a:spLocks noGrp="1"/>
          </p:cNvSpPr>
          <p:nvPr>
            <p:ph idx="1"/>
          </p:nvPr>
        </p:nvSpPr>
        <p:spPr>
          <a:xfrm>
            <a:off x="810229" y="1501532"/>
            <a:ext cx="10544536" cy="5258081"/>
          </a:xfrm>
        </p:spPr>
        <p:txBody>
          <a:bodyPr lIns="91440" tIns="45720" rIns="91440" bIns="45720" anchor="t"/>
          <a:lstStyle/>
          <a:p>
            <a:pPr marL="0" indent="0">
              <a:buNone/>
            </a:pPr>
            <a:endParaRPr lang="en-US" b="1" dirty="0"/>
          </a:p>
          <a:p>
            <a:pPr>
              <a:buFont typeface="Arial" panose="020F0302020204030204"/>
              <a:buChar char="•"/>
            </a:pPr>
            <a:r>
              <a:rPr lang="en-US" dirty="0">
                <a:ea typeface="+mn-lt"/>
                <a:cs typeface="+mn-lt"/>
              </a:rPr>
              <a:t>Searching an element in a list</a:t>
            </a:r>
            <a:endParaRPr lang="en-US" dirty="0"/>
          </a:p>
          <a:p>
            <a:pPr lvl="1"/>
            <a:r>
              <a:rPr lang="en-US" sz="2800" dirty="0">
                <a:ea typeface="+mn-lt"/>
                <a:cs typeface="+mn-lt"/>
              </a:rPr>
              <a:t>Best: found at first position</a:t>
            </a:r>
            <a:endParaRPr lang="en-US" sz="2800">
              <a:ea typeface="Calibri"/>
              <a:cs typeface="Calibri"/>
            </a:endParaRPr>
          </a:p>
          <a:p>
            <a:pPr lvl="1"/>
            <a:r>
              <a:rPr lang="en-US" sz="2800" dirty="0">
                <a:ea typeface="+mn-lt"/>
                <a:cs typeface="+mn-lt"/>
              </a:rPr>
              <a:t>Worst: found at last position</a:t>
            </a:r>
            <a:endParaRPr lang="en-US" sz="2800">
              <a:ea typeface="Calibri"/>
              <a:cs typeface="Calibri"/>
            </a:endParaRPr>
          </a:p>
          <a:p>
            <a:pPr lvl="1"/>
            <a:r>
              <a:rPr lang="en-US" sz="2800" dirty="0">
                <a:ea typeface="+mn-lt"/>
                <a:cs typeface="+mn-lt"/>
              </a:rPr>
              <a:t>Average: somewhere in between</a:t>
            </a:r>
            <a:endParaRPr lang="en-US" sz="2800">
              <a:ea typeface="Calibri"/>
              <a:cs typeface="Calibri"/>
            </a:endParaRPr>
          </a:p>
          <a:p>
            <a:endParaRPr lang="en-US" dirty="0">
              <a:ea typeface="Calibri"/>
              <a:cs typeface="Calibri"/>
            </a:endParaRPr>
          </a:p>
        </p:txBody>
      </p:sp>
      <p:sp>
        <p:nvSpPr>
          <p:cNvPr id="4" name="Footer Placeholder 3">
            <a:extLst>
              <a:ext uri="{FF2B5EF4-FFF2-40B4-BE49-F238E27FC236}">
                <a16:creationId xmlns:a16="http://schemas.microsoft.com/office/drawing/2014/main" id="{5EA10A10-3CF7-5362-7B40-8E23C6FB1AEE}"/>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384465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730A3-5923-5608-F75D-601531F96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3D5E3-F632-3523-E372-48D815B8A86C}"/>
              </a:ext>
            </a:extLst>
          </p:cNvPr>
          <p:cNvSpPr>
            <a:spLocks noGrp="1"/>
          </p:cNvSpPr>
          <p:nvPr>
            <p:ph type="title"/>
          </p:nvPr>
        </p:nvSpPr>
        <p:spPr/>
        <p:txBody>
          <a:bodyPr lIns="91440" tIns="45720" rIns="91440" bIns="45720" anchor="t"/>
          <a:lstStyle/>
          <a:p>
            <a:r>
              <a:rPr lang="en-US" b="1" dirty="0"/>
              <a:t>Asymptotic Analysis</a:t>
            </a:r>
            <a:endParaRPr lang="en-US" dirty="0"/>
          </a:p>
        </p:txBody>
      </p:sp>
      <p:sp>
        <p:nvSpPr>
          <p:cNvPr id="3" name="Content Placeholder 2">
            <a:extLst>
              <a:ext uri="{FF2B5EF4-FFF2-40B4-BE49-F238E27FC236}">
                <a16:creationId xmlns:a16="http://schemas.microsoft.com/office/drawing/2014/main" id="{99093330-A3D9-4F5B-D3AF-2073884BC6D8}"/>
              </a:ext>
            </a:extLst>
          </p:cNvPr>
          <p:cNvSpPr>
            <a:spLocks noGrp="1"/>
          </p:cNvSpPr>
          <p:nvPr>
            <p:ph idx="1"/>
          </p:nvPr>
        </p:nvSpPr>
        <p:spPr>
          <a:xfrm>
            <a:off x="392695" y="1501532"/>
            <a:ext cx="11546617" cy="5216328"/>
          </a:xfrm>
        </p:spPr>
        <p:txBody>
          <a:bodyPr lIns="91440" tIns="45720" rIns="91440" bIns="45720" anchor="t"/>
          <a:lstStyle/>
          <a:p>
            <a:pPr marL="0" indent="0">
              <a:buNone/>
            </a:pPr>
            <a:endParaRPr lang="en-US" b="1" dirty="0"/>
          </a:p>
          <a:p>
            <a:pPr marL="0" indent="0">
              <a:buNone/>
            </a:pPr>
            <a:r>
              <a:rPr lang="en-US" dirty="0">
                <a:latin typeface="Calibri"/>
                <a:ea typeface="Calibri"/>
                <a:cs typeface="Calibri"/>
              </a:rPr>
              <a:t>There are three most common types of asymptotic notations:</a:t>
            </a:r>
          </a:p>
          <a:p>
            <a:pPr>
              <a:buFont typeface="Arial" panose="020F0302020204030204"/>
              <a:buChar char="•"/>
            </a:pPr>
            <a:r>
              <a:rPr lang="en-US" b="1" dirty="0">
                <a:latin typeface="Calibri"/>
                <a:ea typeface="Calibri"/>
                <a:cs typeface="Calibri"/>
              </a:rPr>
              <a:t>Big O Notation (O): </a:t>
            </a:r>
            <a:r>
              <a:rPr lang="en-US" dirty="0">
                <a:latin typeface="Calibri"/>
                <a:ea typeface="Calibri"/>
                <a:cs typeface="Calibri"/>
              </a:rPr>
              <a:t>Describes the upper bound of the runtime, indicating the worst-case scenario.</a:t>
            </a:r>
            <a:endParaRPr lang="en-US" dirty="0">
              <a:ea typeface="Calibri"/>
              <a:cs typeface="Calibri"/>
            </a:endParaRPr>
          </a:p>
          <a:p>
            <a:pPr>
              <a:buFont typeface="Arial" panose="020F0302020204030204"/>
            </a:pPr>
            <a:r>
              <a:rPr lang="en-US" b="1" dirty="0">
                <a:latin typeface="Calibri"/>
                <a:ea typeface="Calibri"/>
                <a:cs typeface="Calibri"/>
              </a:rPr>
              <a:t>Omega Notation (Ω): </a:t>
            </a:r>
            <a:r>
              <a:rPr lang="en-US" dirty="0">
                <a:latin typeface="Calibri"/>
                <a:ea typeface="Calibri"/>
                <a:cs typeface="Calibri"/>
              </a:rPr>
              <a:t>Represents the lower bound, indicating the best-case scenario.</a:t>
            </a:r>
            <a:endParaRPr lang="en-US" dirty="0"/>
          </a:p>
          <a:p>
            <a:pPr>
              <a:buFont typeface="Arial" panose="020F0302020204030204"/>
            </a:pPr>
            <a:r>
              <a:rPr lang="en-US" b="1" dirty="0">
                <a:latin typeface="Calibri"/>
                <a:ea typeface="Calibri"/>
                <a:cs typeface="Calibri"/>
              </a:rPr>
              <a:t>Theta Notation (Θ):</a:t>
            </a:r>
            <a:r>
              <a:rPr lang="en-US" dirty="0">
                <a:latin typeface="Calibri"/>
                <a:ea typeface="Calibri"/>
                <a:cs typeface="Calibri"/>
              </a:rPr>
              <a:t> Indicates a tight bound, meaning the algorithm's runtime grows at the same rate </a:t>
            </a:r>
            <a:r>
              <a:rPr lang="en-US" sz="2800" dirty="0">
                <a:latin typeface="Calibri"/>
                <a:ea typeface="Calibri"/>
                <a:cs typeface="Calibri"/>
              </a:rPr>
              <a:t>in</a:t>
            </a:r>
            <a:r>
              <a:rPr lang="en-US" dirty="0">
                <a:latin typeface="Calibri"/>
                <a:ea typeface="Calibri"/>
                <a:cs typeface="Calibri"/>
              </a:rPr>
              <a:t> both the upper and lower bounds.</a:t>
            </a:r>
            <a:endParaRPr lang="en-US" dirty="0"/>
          </a:p>
          <a:p>
            <a:pPr>
              <a:buFont typeface="Arial" panose="020F0302020204030204"/>
            </a:pPr>
            <a:r>
              <a:rPr lang="en-US" dirty="0">
                <a:ea typeface="Calibri"/>
                <a:cs typeface="Calibri"/>
              </a:rPr>
              <a:t>Other two:</a:t>
            </a:r>
          </a:p>
          <a:p>
            <a:pPr lvl="1">
              <a:buFont typeface="Courier New" panose="020F0302020204030204"/>
              <a:buChar char="o"/>
            </a:pPr>
            <a:r>
              <a:rPr lang="en-US" dirty="0">
                <a:ea typeface="Calibri"/>
                <a:cs typeface="Calibri"/>
              </a:rPr>
              <a:t>Little Oh (o)</a:t>
            </a:r>
          </a:p>
          <a:p>
            <a:pPr lvl="1">
              <a:buFont typeface="Courier New" panose="020F0302020204030204"/>
              <a:buChar char="o"/>
            </a:pPr>
            <a:r>
              <a:rPr lang="en-US" dirty="0">
                <a:ea typeface="Calibri"/>
                <a:cs typeface="Calibri"/>
              </a:rPr>
              <a:t>Little Omega (w)</a:t>
            </a:r>
          </a:p>
          <a:p>
            <a:pPr>
              <a:buFont typeface="Arial" panose="020F0302020204030204"/>
            </a:pPr>
            <a:endParaRPr lang="en-US" dirty="0">
              <a:ea typeface="Calibri"/>
              <a:cs typeface="Calibri"/>
            </a:endParaRPr>
          </a:p>
          <a:p>
            <a:endParaRPr lang="en-US" dirty="0">
              <a:ea typeface="Calibri"/>
              <a:cs typeface="Calibri"/>
            </a:endParaRPr>
          </a:p>
        </p:txBody>
      </p:sp>
      <p:sp>
        <p:nvSpPr>
          <p:cNvPr id="4" name="Footer Placeholder 3">
            <a:extLst>
              <a:ext uri="{FF2B5EF4-FFF2-40B4-BE49-F238E27FC236}">
                <a16:creationId xmlns:a16="http://schemas.microsoft.com/office/drawing/2014/main" id="{7550D0F6-6777-0F54-546C-DC15820A9D2B}"/>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159063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524E-83B0-B377-597B-F0A6139800B4}"/>
              </a:ext>
            </a:extLst>
          </p:cNvPr>
          <p:cNvSpPr>
            <a:spLocks noGrp="1"/>
          </p:cNvSpPr>
          <p:nvPr>
            <p:ph type="title"/>
          </p:nvPr>
        </p:nvSpPr>
        <p:spPr/>
        <p:txBody>
          <a:bodyPr lIns="91440" tIns="45720" rIns="91440" bIns="45720" anchor="t"/>
          <a:lstStyle/>
          <a:p>
            <a:r>
              <a:rPr lang="en-US" b="1" dirty="0">
                <a:ea typeface="+mj-lt"/>
                <a:cs typeface="+mj-lt"/>
              </a:rPr>
              <a:t>Idea of Upper Bound (Big-O)</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70B622C9-FE52-ED6A-4296-18636740DF0B}"/>
              </a:ext>
            </a:extLst>
          </p:cNvPr>
          <p:cNvSpPr>
            <a:spLocks noGrp="1"/>
          </p:cNvSpPr>
          <p:nvPr>
            <p:ph idx="1"/>
          </p:nvPr>
        </p:nvSpPr>
        <p:spPr/>
        <p:txBody>
          <a:bodyPr lIns="91440" tIns="45720" rIns="91440" bIns="45720" anchor="t"/>
          <a:lstStyle/>
          <a:p>
            <a:r>
              <a:rPr lang="en-US" b="1" dirty="0">
                <a:ea typeface="+mn-lt"/>
                <a:cs typeface="+mn-lt"/>
              </a:rPr>
              <a:t>Big-O notation tells us:</a:t>
            </a:r>
            <a:endParaRPr lang="en-US" dirty="0">
              <a:ea typeface="Calibri" panose="020F0502020204030204"/>
              <a:cs typeface="Calibri" panose="020F0502020204030204"/>
            </a:endParaRPr>
          </a:p>
          <a:p>
            <a:pPr lvl="1">
              <a:lnSpc>
                <a:spcPct val="150000"/>
              </a:lnSpc>
              <a:buFont typeface="Courier New" panose="020B0604020202020204" pitchFamily="34" charset="0"/>
              <a:buChar char="o"/>
            </a:pPr>
            <a:r>
              <a:rPr lang="en-US" sz="2800" dirty="0">
                <a:ea typeface="+mn-lt"/>
                <a:cs typeface="+mn-lt"/>
              </a:rPr>
              <a:t>How fast an algorithm can grow </a:t>
            </a:r>
            <a:r>
              <a:rPr lang="en-US" sz="2800" b="1" dirty="0">
                <a:ea typeface="+mn-lt"/>
                <a:cs typeface="+mn-lt"/>
              </a:rPr>
              <a:t>in the worst case</a:t>
            </a:r>
            <a:endParaRPr lang="en-US" sz="2800">
              <a:ea typeface="Calibri"/>
              <a:cs typeface="Calibri"/>
            </a:endParaRPr>
          </a:p>
          <a:p>
            <a:pPr lvl="1">
              <a:lnSpc>
                <a:spcPct val="150000"/>
              </a:lnSpc>
              <a:buFont typeface="Courier New" panose="020B0604020202020204" pitchFamily="34" charset="0"/>
              <a:buChar char="o"/>
            </a:pPr>
            <a:r>
              <a:rPr lang="en-US" sz="2800" dirty="0">
                <a:ea typeface="+mn-lt"/>
                <a:cs typeface="+mn-lt"/>
              </a:rPr>
              <a:t>The </a:t>
            </a:r>
            <a:r>
              <a:rPr lang="en-US" sz="2800" b="1" dirty="0">
                <a:ea typeface="+mn-lt"/>
                <a:cs typeface="+mn-lt"/>
              </a:rPr>
              <a:t>maximum number of steps</a:t>
            </a:r>
            <a:r>
              <a:rPr lang="en-US" sz="2800" dirty="0">
                <a:ea typeface="+mn-lt"/>
                <a:cs typeface="+mn-lt"/>
              </a:rPr>
              <a:t> an algorithm may take</a:t>
            </a:r>
            <a:endParaRPr lang="en-US" sz="2800">
              <a:ea typeface="Calibri"/>
              <a:cs typeface="Calibri"/>
            </a:endParaRPr>
          </a:p>
          <a:p>
            <a:pPr lvl="1">
              <a:lnSpc>
                <a:spcPct val="150000"/>
              </a:lnSpc>
              <a:buFont typeface="Courier New" panose="020B0604020202020204" pitchFamily="34" charset="0"/>
              <a:buChar char="o"/>
            </a:pPr>
            <a:r>
              <a:rPr lang="en-US" sz="2800" dirty="0">
                <a:ea typeface="+mn-lt"/>
                <a:cs typeface="+mn-lt"/>
              </a:rPr>
              <a:t>How performance changes when </a:t>
            </a:r>
            <a:r>
              <a:rPr lang="en-US" sz="2800" b="1" dirty="0">
                <a:ea typeface="+mn-lt"/>
                <a:cs typeface="+mn-lt"/>
              </a:rPr>
              <a:t>input size increases</a:t>
            </a:r>
            <a:endParaRPr lang="en-US" sz="2800">
              <a:ea typeface="Calibri"/>
              <a:cs typeface="Calibri"/>
            </a:endParaRPr>
          </a:p>
          <a:p>
            <a:pPr lvl="1">
              <a:lnSpc>
                <a:spcPct val="150000"/>
              </a:lnSpc>
              <a:buFont typeface="Courier New" panose="020B0604020202020204" pitchFamily="34" charset="0"/>
              <a:buChar char="o"/>
            </a:pPr>
            <a:endParaRPr lang="en-US" dirty="0">
              <a:ea typeface="Calibri"/>
              <a:cs typeface="Calibri"/>
            </a:endParaRPr>
          </a:p>
        </p:txBody>
      </p:sp>
      <p:sp>
        <p:nvSpPr>
          <p:cNvPr id="4" name="Footer Placeholder 3">
            <a:extLst>
              <a:ext uri="{FF2B5EF4-FFF2-40B4-BE49-F238E27FC236}">
                <a16:creationId xmlns:a16="http://schemas.microsoft.com/office/drawing/2014/main" id="{D14A547A-C73B-EB90-2394-6B3DCACA0847}"/>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36518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02078EC6-7296-F109-666B-7DE88AC1F24A}"/>
              </a:ext>
            </a:extLst>
          </p:cNvPr>
          <p:cNvSpPr>
            <a:spLocks noChangeArrowheads="1"/>
          </p:cNvSpPr>
          <p:nvPr/>
        </p:nvSpPr>
        <p:spPr bwMode="auto">
          <a:xfrm>
            <a:off x="209552" y="1118415"/>
            <a:ext cx="11688233" cy="535531"/>
          </a:xfrm>
          <a:prstGeom prst="rect">
            <a:avLst/>
          </a:prstGeom>
          <a:noFill/>
          <a:ln w="9525">
            <a:noFill/>
            <a:miter lim="800000"/>
            <a:headEnd/>
            <a:tailEnd/>
          </a:ln>
        </p:spPr>
        <p:txBody>
          <a:bodyPr lIns="91440" tIns="45720" rIns="91440" bIns="45720">
            <a:spAutoFit/>
          </a:bodyPr>
          <a:lstStyle/>
          <a:p>
            <a:pPr algn="just">
              <a:lnSpc>
                <a:spcPct val="90000"/>
              </a:lnSpc>
              <a:defRPr/>
            </a:pPr>
            <a:r>
              <a:rPr lang="en-US" sz="3200" b="1" dirty="0"/>
              <a:t>Big-O is an Asymptotic Notation for the worst case</a:t>
            </a:r>
            <a:endParaRPr lang="en-US" altLang="zh-CN" sz="3200" b="1" dirty="0">
              <a:solidFill>
                <a:srgbClr val="FF0000"/>
              </a:solidFill>
              <a:latin typeface="Calibri" pitchFamily="34" charset="0"/>
            </a:endParaRPr>
          </a:p>
        </p:txBody>
      </p:sp>
      <p:sp>
        <p:nvSpPr>
          <p:cNvPr id="8" name="Rectangle 7">
            <a:extLst>
              <a:ext uri="{FF2B5EF4-FFF2-40B4-BE49-F238E27FC236}">
                <a16:creationId xmlns:a16="http://schemas.microsoft.com/office/drawing/2014/main" id="{BCA7301B-CF43-1BC8-E159-45B5CD76DB0D}"/>
              </a:ext>
            </a:extLst>
          </p:cNvPr>
          <p:cNvSpPr/>
          <p:nvPr/>
        </p:nvSpPr>
        <p:spPr>
          <a:xfrm>
            <a:off x="357717" y="5456767"/>
            <a:ext cx="6096000" cy="757130"/>
          </a:xfrm>
          <a:prstGeom prst="rect">
            <a:avLst/>
          </a:prstGeom>
        </p:spPr>
        <p:txBody>
          <a:bodyPr lIns="91440" tIns="45720" rIns="91440" bIns="45720">
            <a:spAutoFit/>
          </a:bodyPr>
          <a:lstStyle/>
          <a:p>
            <a:pPr marL="342891" indent="-342891">
              <a:lnSpc>
                <a:spcPct val="90000"/>
              </a:lnSpc>
              <a:buFont typeface="Wingdings" panose="05000000000000000000" pitchFamily="2" charset="2"/>
              <a:buChar char="§"/>
              <a:defRPr/>
            </a:pPr>
            <a:r>
              <a:rPr lang="en-US" altLang="zh-CN" sz="2400" b="1" dirty="0">
                <a:cs typeface="华文楷体" panose="020B0503020204020204" pitchFamily="2" charset="-122"/>
              </a:rPr>
              <a:t>f(n) grows no faster than g(n) for “large” n</a:t>
            </a:r>
          </a:p>
          <a:p>
            <a:pPr>
              <a:lnSpc>
                <a:spcPct val="90000"/>
              </a:lnSpc>
              <a:buFont typeface="Wingdings" pitchFamily="2" charset="2"/>
              <a:buChar char="§"/>
              <a:defRPr/>
            </a:pPr>
            <a:r>
              <a:rPr lang="en-US" altLang="zh-CN" sz="2400" b="1" dirty="0">
                <a:cs typeface="华文楷体" panose="020B0503020204020204" pitchFamily="2" charset="-122"/>
              </a:rPr>
              <a:t>   g(n) defines an upper bound on f(n)</a:t>
            </a:r>
          </a:p>
        </p:txBody>
      </p:sp>
      <p:pic>
        <p:nvPicPr>
          <p:cNvPr id="5124" name="Picture 4" descr="fig2">
            <a:extLst>
              <a:ext uri="{FF2B5EF4-FFF2-40B4-BE49-F238E27FC236}">
                <a16:creationId xmlns:a16="http://schemas.microsoft.com/office/drawing/2014/main" id="{55BE55BE-1438-40AB-1DEE-F2D2EAE85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4067" y="1621856"/>
            <a:ext cx="3968751" cy="323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860A5A51-7A9D-17B9-2C4F-A4B07F845487}"/>
              </a:ext>
            </a:extLst>
          </p:cNvPr>
          <p:cNvSpPr/>
          <p:nvPr/>
        </p:nvSpPr>
        <p:spPr>
          <a:xfrm>
            <a:off x="0" y="0"/>
            <a:ext cx="9853808"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Formal Definition of Big-O Notation</a:t>
            </a:r>
            <a:endParaRPr lang="en-US" sz="4000" b="1" dirty="0">
              <a:solidFill>
                <a:schemeClr val="tx1"/>
              </a:solidFill>
            </a:endParaRPr>
          </a:p>
        </p:txBody>
      </p:sp>
      <p:sp>
        <p:nvSpPr>
          <p:cNvPr id="10" name="Rectangle 9">
            <a:extLst>
              <a:ext uri="{FF2B5EF4-FFF2-40B4-BE49-F238E27FC236}">
                <a16:creationId xmlns:a16="http://schemas.microsoft.com/office/drawing/2014/main" id="{4AF07C06-1266-5AE5-EE75-0A5A7B205DD5}"/>
              </a:ext>
            </a:extLst>
          </p:cNvPr>
          <p:cNvSpPr/>
          <p:nvPr/>
        </p:nvSpPr>
        <p:spPr>
          <a:xfrm>
            <a:off x="218017" y="1739900"/>
            <a:ext cx="7543800" cy="913199"/>
          </a:xfrm>
          <a:prstGeom prst="rect">
            <a:avLst/>
          </a:prstGeom>
        </p:spPr>
        <p:txBody>
          <a:bodyPr>
            <a:spAutoFit/>
          </a:bodyPr>
          <a:lstStyle/>
          <a:p>
            <a:pPr>
              <a:buFont typeface="Wingdings" pitchFamily="2" charset="2"/>
              <a:buChar char="§"/>
              <a:defRPr/>
            </a:pPr>
            <a:r>
              <a:rPr lang="en-US" sz="2667" b="1" dirty="0"/>
              <a:t> It provides us with an </a:t>
            </a:r>
            <a:r>
              <a:rPr lang="en-US" sz="2667" b="1" i="1" dirty="0">
                <a:solidFill>
                  <a:srgbClr val="FF0000"/>
                </a:solidFill>
              </a:rPr>
              <a:t>asymptotic upper bound</a:t>
            </a:r>
            <a:r>
              <a:rPr lang="en-US" sz="2667" b="1" dirty="0"/>
              <a:t> for the growth rate of runtime of an algorithm</a:t>
            </a:r>
          </a:p>
        </p:txBody>
      </p:sp>
      <p:sp>
        <p:nvSpPr>
          <p:cNvPr id="7178" name="Rectangle 10">
            <a:extLst>
              <a:ext uri="{FF2B5EF4-FFF2-40B4-BE49-F238E27FC236}">
                <a16:creationId xmlns:a16="http://schemas.microsoft.com/office/drawing/2014/main" id="{77926202-6978-D7EC-53F0-307653A6B072}"/>
              </a:ext>
            </a:extLst>
          </p:cNvPr>
          <p:cNvSpPr>
            <a:spLocks noChangeArrowheads="1"/>
          </p:cNvSpPr>
          <p:nvPr/>
        </p:nvSpPr>
        <p:spPr bwMode="auto">
          <a:xfrm>
            <a:off x="234951" y="2811904"/>
            <a:ext cx="7617883" cy="1200329"/>
          </a:xfrm>
          <a:prstGeom prst="rect">
            <a:avLst/>
          </a:prstGeom>
          <a:solidFill>
            <a:srgbClr val="FDFEFF"/>
          </a:solidFill>
          <a:ln w="9525">
            <a:noFill/>
            <a:miter lim="800000"/>
            <a:headEnd/>
            <a:tailEnd/>
          </a:ln>
          <a:effectLst/>
        </p:spPr>
        <p:txBody>
          <a:bodyPr anchor="ctr">
            <a:spAutoFit/>
          </a:bodyPr>
          <a:lstStyle/>
          <a:p>
            <a:pPr algn="just" eaLnBrk="0" hangingPunct="0">
              <a:buFont typeface="Wingdings" pitchFamily="2" charset="2"/>
              <a:buChar char="§"/>
              <a:defRPr/>
            </a:pPr>
            <a:r>
              <a:rPr lang="en-US" sz="2400" b="1" dirty="0">
                <a:solidFill>
                  <a:srgbClr val="000000"/>
                </a:solidFill>
              </a:rPr>
              <a:t> Say f(n) is your algorithm runtime, and g(n) is an arbitrary time complexity you are trying to relate to your algorithm. </a:t>
            </a:r>
          </a:p>
        </p:txBody>
      </p:sp>
      <p:sp>
        <p:nvSpPr>
          <p:cNvPr id="12" name="Rectangle 11">
            <a:extLst>
              <a:ext uri="{FF2B5EF4-FFF2-40B4-BE49-F238E27FC236}">
                <a16:creationId xmlns:a16="http://schemas.microsoft.com/office/drawing/2014/main" id="{2D954DDC-BC69-053C-DCD4-B7366F0D7527}"/>
              </a:ext>
            </a:extLst>
          </p:cNvPr>
          <p:cNvSpPr/>
          <p:nvPr/>
        </p:nvSpPr>
        <p:spPr>
          <a:xfrm>
            <a:off x="258234" y="4301067"/>
            <a:ext cx="8398933" cy="913199"/>
          </a:xfrm>
          <a:prstGeom prst="rect">
            <a:avLst/>
          </a:prstGeom>
        </p:spPr>
        <p:txBody>
          <a:bodyPr>
            <a:spAutoFit/>
          </a:bodyPr>
          <a:lstStyle/>
          <a:p>
            <a:pPr eaLnBrk="0" hangingPunct="0">
              <a:buFont typeface="Wingdings" pitchFamily="2" charset="2"/>
              <a:buChar char="§"/>
              <a:defRPr/>
            </a:pPr>
            <a:r>
              <a:rPr lang="en-US" sz="2667" b="1" dirty="0"/>
              <a:t> f(n) is O(g(n)), if for some real constants c (c &gt; 0) and n</a:t>
            </a:r>
            <a:r>
              <a:rPr lang="en-US" sz="2667" b="1" baseline="-30000" dirty="0"/>
              <a:t>0</a:t>
            </a:r>
            <a:r>
              <a:rPr lang="en-US" sz="2667" b="1" dirty="0"/>
              <a:t>, </a:t>
            </a:r>
          </a:p>
          <a:p>
            <a:pPr eaLnBrk="0" hangingPunct="0">
              <a:defRPr/>
            </a:pPr>
            <a:r>
              <a:rPr lang="en-US" sz="2667" b="1" dirty="0"/>
              <a:t>  Such that f(n) &lt;= c g(n) for every input size n (n &gt; n</a:t>
            </a:r>
            <a:r>
              <a:rPr lang="en-US" sz="2667" b="1" baseline="-30000" dirty="0"/>
              <a:t>0</a:t>
            </a:r>
            <a:r>
              <a:rPr lang="en-US" sz="2667" b="1" dirty="0"/>
              <a:t>). </a:t>
            </a:r>
          </a:p>
        </p:txBody>
      </p:sp>
      <p:sp>
        <p:nvSpPr>
          <p:cNvPr id="2" name="Footer Placeholder 1">
            <a:extLst>
              <a:ext uri="{FF2B5EF4-FFF2-40B4-BE49-F238E27FC236}">
                <a16:creationId xmlns:a16="http://schemas.microsoft.com/office/drawing/2014/main" id="{B84EC292-7EE4-8330-BC57-C56ACA2D53DC}"/>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E82B-2568-7944-55E0-0E4EB9D69EFC}"/>
              </a:ext>
            </a:extLst>
          </p:cNvPr>
          <p:cNvSpPr>
            <a:spLocks noGrp="1"/>
          </p:cNvSpPr>
          <p:nvPr>
            <p:ph type="title"/>
          </p:nvPr>
        </p:nvSpPr>
        <p:spPr/>
        <p:txBody>
          <a:bodyPr lIns="91440" tIns="45720" rIns="91440" bIns="45720" anchor="t"/>
          <a:lstStyle/>
          <a:p>
            <a:r>
              <a:rPr lang="en-US" b="1" dirty="0">
                <a:ea typeface="Calibri Light"/>
                <a:cs typeface="Calibri Light"/>
              </a:rPr>
              <a:t>Big-O notation example</a:t>
            </a:r>
          </a:p>
        </p:txBody>
      </p:sp>
      <p:sp>
        <p:nvSpPr>
          <p:cNvPr id="3" name="Content Placeholder 2">
            <a:extLst>
              <a:ext uri="{FF2B5EF4-FFF2-40B4-BE49-F238E27FC236}">
                <a16:creationId xmlns:a16="http://schemas.microsoft.com/office/drawing/2014/main" id="{BDE8534D-D58A-EDE0-6E80-44813F12C199}"/>
              </a:ext>
            </a:extLst>
          </p:cNvPr>
          <p:cNvSpPr>
            <a:spLocks noGrp="1"/>
          </p:cNvSpPr>
          <p:nvPr>
            <p:ph idx="1"/>
          </p:nvPr>
        </p:nvSpPr>
        <p:spPr>
          <a:xfrm>
            <a:off x="378912" y="1710803"/>
            <a:ext cx="10839189" cy="4351338"/>
          </a:xfrm>
        </p:spPr>
        <p:txBody>
          <a:bodyPr lIns="91440" tIns="45720" rIns="91440" bIns="45720" anchor="t"/>
          <a:lstStyle/>
          <a:p>
            <a:pPr marL="0" indent="0">
              <a:buNone/>
            </a:pPr>
            <a:r>
              <a:rPr lang="en-US" dirty="0">
                <a:ea typeface="+mn-lt"/>
                <a:cs typeface="+mn-lt"/>
              </a:rPr>
              <a:t>f(n) = 2n + 3</a:t>
            </a:r>
            <a:endParaRPr lang="en-US" dirty="0">
              <a:ea typeface="Calibri"/>
              <a:cs typeface="Calibri"/>
            </a:endParaRPr>
          </a:p>
          <a:p>
            <a:pPr>
              <a:buNone/>
            </a:pPr>
            <a:r>
              <a:rPr lang="en-US" dirty="0"/>
              <a:t>Step 1: Identify dominant term</a:t>
            </a:r>
            <a:endParaRPr lang="en-US" dirty="0">
              <a:ea typeface="Calibri" panose="020F0502020204030204"/>
              <a:cs typeface="Calibri" panose="020F0502020204030204"/>
            </a:endParaRPr>
          </a:p>
          <a:p>
            <a:pPr>
              <a:buFont typeface="Arial"/>
              <a:buChar char="•"/>
            </a:pPr>
            <a:r>
              <a:rPr lang="en-US" dirty="0">
                <a:ea typeface="+mn-lt"/>
                <a:cs typeface="+mn-lt"/>
              </a:rPr>
              <a:t>Dominant term = </a:t>
            </a:r>
            <a:r>
              <a:rPr lang="en-US" b="1" dirty="0">
                <a:ea typeface="+mn-lt"/>
                <a:cs typeface="+mn-lt"/>
              </a:rPr>
              <a:t>n</a:t>
            </a:r>
            <a:endParaRPr lang="en-US" dirty="0">
              <a:ea typeface="+mn-lt"/>
              <a:cs typeface="+mn-lt"/>
            </a:endParaRPr>
          </a:p>
          <a:p>
            <a:pPr>
              <a:buFont typeface="Arial"/>
              <a:buChar char="•"/>
            </a:pPr>
            <a:endParaRPr lang="en-US" b="1" dirty="0">
              <a:ea typeface="+mn-lt"/>
              <a:cs typeface="+mn-lt"/>
            </a:endParaRPr>
          </a:p>
          <a:p>
            <a:pPr marL="0" indent="0">
              <a:buNone/>
            </a:pPr>
            <a:r>
              <a:rPr lang="en-US" b="1" dirty="0">
                <a:ea typeface="+mn-lt"/>
                <a:cs typeface="+mn-lt"/>
              </a:rPr>
              <a:t>Step</a:t>
            </a:r>
            <a:r>
              <a:rPr lang="en-US" b="1" dirty="0"/>
              <a:t> 2:</a:t>
            </a:r>
            <a:r>
              <a:rPr lang="en-US" dirty="0"/>
              <a:t> Ignore constants and lower-order terms</a:t>
            </a:r>
            <a:endParaRPr lang="en-US" dirty="0">
              <a:ea typeface="Calibri"/>
              <a:cs typeface="Calibri"/>
            </a:endParaRPr>
          </a:p>
          <a:p>
            <a:pPr marL="0" indent="0">
              <a:buNone/>
            </a:pPr>
            <a:r>
              <a:rPr lang="en-US" dirty="0">
                <a:ea typeface="+mn-lt"/>
                <a:cs typeface="+mn-lt"/>
              </a:rPr>
              <a:t>2n + 3 → n</a:t>
            </a:r>
            <a:endParaRPr lang="en-US" dirty="0">
              <a:ea typeface="Calibri" panose="020F0502020204030204"/>
              <a:cs typeface="Calibri" panose="020F0502020204030204"/>
            </a:endParaRPr>
          </a:p>
          <a:p>
            <a:pPr marL="0" indent="0">
              <a:buNone/>
            </a:pPr>
            <a:endParaRPr lang="en-US" dirty="0">
              <a:ea typeface="+mn-lt"/>
              <a:cs typeface="+mn-lt"/>
            </a:endParaRPr>
          </a:p>
          <a:p>
            <a:pPr marL="0" indent="0">
              <a:buNone/>
            </a:pPr>
            <a:r>
              <a:rPr lang="en-US" b="1" dirty="0">
                <a:ea typeface="+mn-lt"/>
                <a:cs typeface="+mn-lt"/>
              </a:rPr>
              <a:t>Step 3: Write Big-O</a:t>
            </a:r>
          </a:p>
          <a:p>
            <a:pPr>
              <a:buNone/>
            </a:pPr>
            <a:r>
              <a:rPr lang="en-US" dirty="0">
                <a:ea typeface="+mn-lt"/>
                <a:cs typeface="+mn-lt"/>
              </a:rPr>
              <a:t>f(n) = O(n)</a:t>
            </a:r>
            <a:endParaRPr lang="en-US" dirty="0"/>
          </a:p>
          <a:p>
            <a:pPr marL="0" indent="0">
              <a:buNone/>
            </a:pPr>
            <a:endParaRPr lang="en-US" dirty="0">
              <a:ea typeface="Calibri"/>
              <a:cs typeface="Calibri"/>
            </a:endParaRPr>
          </a:p>
          <a:p>
            <a:endParaRPr lang="en-US" dirty="0">
              <a:ea typeface="Calibri"/>
              <a:cs typeface="Calibri"/>
            </a:endParaRPr>
          </a:p>
        </p:txBody>
      </p:sp>
      <p:sp>
        <p:nvSpPr>
          <p:cNvPr id="4" name="Footer Placeholder 3">
            <a:extLst>
              <a:ext uri="{FF2B5EF4-FFF2-40B4-BE49-F238E27FC236}">
                <a16:creationId xmlns:a16="http://schemas.microsoft.com/office/drawing/2014/main" id="{8B080488-D4FC-01B1-375F-F7AEB8493094}"/>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324229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224E4-F505-EF95-672B-9C420F07D6EA}"/>
              </a:ext>
            </a:extLst>
          </p:cNvPr>
          <p:cNvSpPr>
            <a:spLocks noGrp="1"/>
          </p:cNvSpPr>
          <p:nvPr>
            <p:ph type="title"/>
          </p:nvPr>
        </p:nvSpPr>
        <p:spPr/>
        <p:txBody>
          <a:bodyPr lIns="91440" tIns="45720" rIns="91440" bIns="45720" anchor="t"/>
          <a:lstStyle/>
          <a:p>
            <a:r>
              <a:rPr lang="en-US" b="1" dirty="0">
                <a:ea typeface="+mj-lt"/>
                <a:cs typeface="+mj-lt"/>
              </a:rPr>
              <a:t>Try-It Question</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87F6AA92-46B2-7198-060E-5EC480AD5C57}"/>
              </a:ext>
            </a:extLst>
          </p:cNvPr>
          <p:cNvSpPr>
            <a:spLocks noGrp="1"/>
          </p:cNvSpPr>
          <p:nvPr>
            <p:ph idx="1"/>
          </p:nvPr>
        </p:nvSpPr>
        <p:spPr/>
        <p:txBody>
          <a:bodyPr lIns="91440" tIns="45720" rIns="91440" bIns="45720" anchor="t"/>
          <a:lstStyle/>
          <a:p>
            <a:r>
              <a:rPr lang="en-US" dirty="0">
                <a:ea typeface="+mn-lt"/>
                <a:cs typeface="+mn-lt"/>
              </a:rPr>
              <a:t>f(n) = 5n² + 20n + 10</a:t>
            </a:r>
            <a:endParaRPr lang="en-US" dirty="0">
              <a:ea typeface="Calibri" panose="020F0502020204030204"/>
              <a:cs typeface="Calibri" panose="020F0502020204030204"/>
            </a:endParaRPr>
          </a:p>
          <a:p>
            <a:endParaRPr lang="en-US" b="1" dirty="0">
              <a:ea typeface="+mn-lt"/>
              <a:cs typeface="+mn-lt"/>
            </a:endParaRPr>
          </a:p>
          <a:p>
            <a:pPr marL="0" indent="0">
              <a:buNone/>
            </a:pPr>
            <a:r>
              <a:rPr lang="en-US" b="1">
                <a:ea typeface="+mn-lt"/>
                <a:cs typeface="+mn-lt"/>
              </a:rPr>
              <a:t>Questions:</a:t>
            </a:r>
            <a:endParaRPr lang="en-US">
              <a:ea typeface="Calibri"/>
              <a:cs typeface="Calibri"/>
            </a:endParaRPr>
          </a:p>
          <a:p>
            <a:r>
              <a:rPr lang="en-US" dirty="0">
                <a:ea typeface="+mn-lt"/>
                <a:cs typeface="+mn-lt"/>
              </a:rPr>
              <a:t>What is the dominant term?</a:t>
            </a:r>
            <a:endParaRPr lang="en-US" dirty="0"/>
          </a:p>
          <a:p>
            <a:r>
              <a:rPr lang="en-US" dirty="0">
                <a:ea typeface="+mn-lt"/>
                <a:cs typeface="+mn-lt"/>
              </a:rPr>
              <a:t>Which terms can be ignored?</a:t>
            </a:r>
            <a:endParaRPr lang="en-US" dirty="0"/>
          </a:p>
          <a:p>
            <a:r>
              <a:rPr lang="en-US" dirty="0">
                <a:ea typeface="+mn-lt"/>
                <a:cs typeface="+mn-lt"/>
              </a:rPr>
              <a:t>What is the Big-O notation?</a:t>
            </a:r>
            <a:endParaRPr lang="en-US" dirty="0"/>
          </a:p>
          <a:p>
            <a:endParaRPr lang="en-US" dirty="0">
              <a:ea typeface="Calibri"/>
              <a:cs typeface="Calibri"/>
            </a:endParaRPr>
          </a:p>
        </p:txBody>
      </p:sp>
      <p:sp>
        <p:nvSpPr>
          <p:cNvPr id="4" name="Footer Placeholder 3">
            <a:extLst>
              <a:ext uri="{FF2B5EF4-FFF2-40B4-BE49-F238E27FC236}">
                <a16:creationId xmlns:a16="http://schemas.microsoft.com/office/drawing/2014/main" id="{1C4AF449-CA34-3308-E27A-B9895865E013}"/>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179840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2C983-06A5-F297-AF67-687C78981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49C1F-6734-998E-4AEB-4F550AA9696C}"/>
              </a:ext>
            </a:extLst>
          </p:cNvPr>
          <p:cNvSpPr>
            <a:spLocks noGrp="1"/>
          </p:cNvSpPr>
          <p:nvPr>
            <p:ph type="title"/>
          </p:nvPr>
        </p:nvSpPr>
        <p:spPr/>
        <p:txBody>
          <a:bodyPr lIns="91440" tIns="45720" rIns="91440" bIns="45720" anchor="t"/>
          <a:lstStyle/>
          <a:p>
            <a:r>
              <a:rPr lang="en-US" b="1" dirty="0">
                <a:ea typeface="+mj-lt"/>
                <a:cs typeface="+mj-lt"/>
              </a:rPr>
              <a:t>Try-It Question</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AC2A40AB-EF11-5014-126B-2EC6AF652948}"/>
              </a:ext>
            </a:extLst>
          </p:cNvPr>
          <p:cNvSpPr>
            <a:spLocks noGrp="1"/>
          </p:cNvSpPr>
          <p:nvPr>
            <p:ph idx="1"/>
          </p:nvPr>
        </p:nvSpPr>
        <p:spPr/>
        <p:txBody>
          <a:bodyPr lIns="91440" tIns="45720" rIns="91440" bIns="45720" anchor="t"/>
          <a:lstStyle/>
          <a:p>
            <a:r>
              <a:rPr lang="en-US" dirty="0">
                <a:ea typeface="+mn-lt"/>
                <a:cs typeface="+mn-lt"/>
              </a:rPr>
              <a:t>f(n) = 5n² + 20n + 10</a:t>
            </a:r>
            <a:endParaRPr lang="en-US" dirty="0">
              <a:ea typeface="Calibri" panose="020F0502020204030204"/>
              <a:cs typeface="Calibri" panose="020F0502020204030204"/>
            </a:endParaRPr>
          </a:p>
          <a:p>
            <a:endParaRPr lang="en-US" b="1" dirty="0">
              <a:ea typeface="+mn-lt"/>
              <a:cs typeface="+mn-lt"/>
            </a:endParaRPr>
          </a:p>
          <a:p>
            <a:r>
              <a:rPr lang="en-US" dirty="0">
                <a:ea typeface="+mn-lt"/>
                <a:cs typeface="+mn-lt"/>
              </a:rPr>
              <a:t>Dominant term: </a:t>
            </a:r>
            <a:r>
              <a:rPr lang="en-US" b="1" dirty="0">
                <a:ea typeface="+mn-lt"/>
                <a:cs typeface="+mn-lt"/>
              </a:rPr>
              <a:t>n²</a:t>
            </a:r>
            <a:endParaRPr lang="en-US" dirty="0">
              <a:ea typeface="Calibri"/>
              <a:cs typeface="Calibri"/>
            </a:endParaRPr>
          </a:p>
          <a:p>
            <a:r>
              <a:rPr lang="en-US" dirty="0">
                <a:ea typeface="+mn-lt"/>
                <a:cs typeface="+mn-lt"/>
              </a:rPr>
              <a:t>Ignore: constants and lower-order terms</a:t>
            </a:r>
            <a:endParaRPr lang="en-US" dirty="0"/>
          </a:p>
          <a:p>
            <a:r>
              <a:rPr lang="en-US" dirty="0">
                <a:ea typeface="+mn-lt"/>
                <a:cs typeface="+mn-lt"/>
              </a:rPr>
              <a:t>Final answer:</a:t>
            </a:r>
            <a:endParaRPr lang="en-US" dirty="0"/>
          </a:p>
          <a:p>
            <a:pPr marL="0" indent="0">
              <a:buNone/>
            </a:pPr>
            <a:r>
              <a:rPr lang="en-US" dirty="0">
                <a:solidFill>
                  <a:srgbClr val="FF0000"/>
                </a:solidFill>
                <a:ea typeface="+mn-lt"/>
                <a:cs typeface="+mn-lt"/>
              </a:rPr>
              <a:t>      f(n) = O(n²)</a:t>
            </a:r>
            <a:endParaRPr lang="en-US" dirty="0">
              <a:solidFill>
                <a:srgbClr val="FF0000"/>
              </a:solidFill>
              <a:ea typeface="Calibri"/>
              <a:cs typeface="Calibri"/>
            </a:endParaRPr>
          </a:p>
          <a:p>
            <a:endParaRPr lang="en-US" dirty="0">
              <a:ea typeface="Calibri"/>
              <a:cs typeface="Calibri"/>
            </a:endParaRPr>
          </a:p>
          <a:p>
            <a:endParaRPr lang="en-US" dirty="0">
              <a:ea typeface="Calibri"/>
              <a:cs typeface="Calibri"/>
            </a:endParaRPr>
          </a:p>
        </p:txBody>
      </p:sp>
      <p:sp>
        <p:nvSpPr>
          <p:cNvPr id="4" name="Footer Placeholder 3">
            <a:extLst>
              <a:ext uri="{FF2B5EF4-FFF2-40B4-BE49-F238E27FC236}">
                <a16:creationId xmlns:a16="http://schemas.microsoft.com/office/drawing/2014/main" id="{A4027CC7-FAB7-8569-FAE7-A4BB325C2E1E}"/>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169649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2F31136-73FA-9082-6B97-49B354401F65}"/>
              </a:ext>
            </a:extLst>
          </p:cNvPr>
          <p:cNvSpPr/>
          <p:nvPr/>
        </p:nvSpPr>
        <p:spPr>
          <a:xfrm>
            <a:off x="267841" y="1134533"/>
            <a:ext cx="6498167" cy="1816075"/>
          </a:xfrm>
          <a:prstGeom prst="rect">
            <a:avLst/>
          </a:prstGeom>
        </p:spPr>
        <p:txBody>
          <a:bodyPr lIns="91440" tIns="45720" rIns="91440" bIns="45720">
            <a:spAutoFit/>
          </a:bodyPr>
          <a:lstStyle/>
          <a:p>
            <a:pPr>
              <a:defRPr/>
            </a:pPr>
            <a:r>
              <a:rPr lang="en-US" altLang="zh-CN" sz="3200" b="1" dirty="0">
                <a:cs typeface="华文楷体" panose="020B0503020204020204" pitchFamily="2" charset="-122"/>
              </a:rPr>
              <a:t>Examples: </a:t>
            </a:r>
          </a:p>
          <a:p>
            <a:pPr marL="342891" indent="-342891">
              <a:defRPr/>
            </a:pPr>
            <a:endParaRPr lang="en-US" altLang="zh-CN" sz="2667" b="1" dirty="0">
              <a:cs typeface="华文楷体" panose="020B0503020204020204" pitchFamily="2" charset="-122"/>
            </a:endParaRPr>
          </a:p>
          <a:p>
            <a:pPr marL="342891" indent="-342891">
              <a:defRPr/>
            </a:pPr>
            <a:r>
              <a:rPr lang="en-US" altLang="zh-CN" sz="2667" b="1" dirty="0">
                <a:cs typeface="华文楷体" panose="020B0503020204020204" pitchFamily="2" charset="-122"/>
              </a:rPr>
              <a:t>If  f</a:t>
            </a:r>
            <a:r>
              <a:rPr lang="en-IN" altLang="en-US" sz="2667" b="1" dirty="0">
                <a:ea typeface="SimSun" panose="02010600030101010101" pitchFamily="2" charset="-122"/>
                <a:cs typeface="华文楷体" panose="020B0503020204020204" pitchFamily="2" charset="-122"/>
              </a:rPr>
              <a:t>(n)=2n+3 is your algorithm runtime , </a:t>
            </a:r>
          </a:p>
          <a:p>
            <a:pPr marL="342891" indent="-342891">
              <a:defRPr/>
            </a:pPr>
            <a:r>
              <a:rPr lang="en-IN" altLang="zh-CN" sz="2667" b="1" dirty="0">
                <a:solidFill>
                  <a:srgbClr val="FF0000"/>
                </a:solidFill>
                <a:cs typeface="华文楷体" panose="020B0503020204020204" pitchFamily="2" charset="-122"/>
              </a:rPr>
              <a:t>Can we write  f(n)=O(n)?</a:t>
            </a:r>
            <a:endParaRPr lang="en-US" altLang="zh-CN" sz="2667" b="1" dirty="0">
              <a:solidFill>
                <a:srgbClr val="FF0000"/>
              </a:solidFill>
              <a:cs typeface="华文楷体" panose="020B0503020204020204" pitchFamily="2" charset="-122"/>
            </a:endParaRPr>
          </a:p>
        </p:txBody>
      </p:sp>
      <p:sp>
        <p:nvSpPr>
          <p:cNvPr id="13" name="Rectangle 12">
            <a:extLst>
              <a:ext uri="{FF2B5EF4-FFF2-40B4-BE49-F238E27FC236}">
                <a16:creationId xmlns:a16="http://schemas.microsoft.com/office/drawing/2014/main" id="{C7C2F592-4987-09C5-60FF-14FF2D051CC2}"/>
              </a:ext>
            </a:extLst>
          </p:cNvPr>
          <p:cNvSpPr/>
          <p:nvPr/>
        </p:nvSpPr>
        <p:spPr>
          <a:xfrm>
            <a:off x="0" y="1"/>
            <a:ext cx="7904285"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Big-O Notation</a:t>
            </a:r>
            <a:endParaRPr lang="en-US" sz="4000" b="1" dirty="0">
              <a:solidFill>
                <a:schemeClr val="tx1"/>
              </a:solidFill>
            </a:endParaRPr>
          </a:p>
        </p:txBody>
      </p:sp>
      <p:sp>
        <p:nvSpPr>
          <p:cNvPr id="11" name="Rectangle 10">
            <a:extLst>
              <a:ext uri="{FF2B5EF4-FFF2-40B4-BE49-F238E27FC236}">
                <a16:creationId xmlns:a16="http://schemas.microsoft.com/office/drawing/2014/main" id="{B960FCBE-CB58-7F6D-72AA-6B90210D6967}"/>
              </a:ext>
            </a:extLst>
          </p:cNvPr>
          <p:cNvSpPr/>
          <p:nvPr/>
        </p:nvSpPr>
        <p:spPr>
          <a:xfrm>
            <a:off x="264746" y="3019019"/>
            <a:ext cx="5657851" cy="913199"/>
          </a:xfrm>
          <a:prstGeom prst="rect">
            <a:avLst/>
          </a:prstGeom>
        </p:spPr>
        <p:txBody>
          <a:bodyPr lIns="91440" tIns="45720" rIns="91440" bIns="45720">
            <a:spAutoFit/>
          </a:bodyPr>
          <a:lstStyle/>
          <a:p>
            <a:pPr>
              <a:defRPr/>
            </a:pPr>
            <a:r>
              <a:rPr lang="en-US" sz="2667" b="1" dirty="0"/>
              <a:t>f(n) = 3*n^2 and g(n) = n; </a:t>
            </a:r>
          </a:p>
          <a:p>
            <a:pPr>
              <a:defRPr/>
            </a:pPr>
            <a:r>
              <a:rPr lang="en-US" sz="2667" b="1" dirty="0">
                <a:solidFill>
                  <a:srgbClr val="FF0000"/>
                </a:solidFill>
              </a:rPr>
              <a:t>Is f(n)=O(n)?  </a:t>
            </a:r>
            <a:endParaRPr lang="en-US" altLang="zh-CN" sz="2667" b="1" dirty="0">
              <a:solidFill>
                <a:srgbClr val="FF0000"/>
              </a:solidFill>
              <a:cs typeface="华文楷体" panose="020B0503020204020204" pitchFamily="2" charset="-122"/>
            </a:endParaRPr>
          </a:p>
        </p:txBody>
      </p:sp>
      <p:sp>
        <p:nvSpPr>
          <p:cNvPr id="14" name="Rectangle 13">
            <a:extLst>
              <a:ext uri="{FF2B5EF4-FFF2-40B4-BE49-F238E27FC236}">
                <a16:creationId xmlns:a16="http://schemas.microsoft.com/office/drawing/2014/main" id="{FDAE1B07-E41E-F99A-7E77-402CCDDAFC8E}"/>
              </a:ext>
            </a:extLst>
          </p:cNvPr>
          <p:cNvSpPr/>
          <p:nvPr/>
        </p:nvSpPr>
        <p:spPr>
          <a:xfrm>
            <a:off x="217529" y="4128641"/>
            <a:ext cx="11470217" cy="913199"/>
          </a:xfrm>
          <a:prstGeom prst="rect">
            <a:avLst/>
          </a:prstGeom>
        </p:spPr>
        <p:txBody>
          <a:bodyPr>
            <a:spAutoFit/>
          </a:bodyPr>
          <a:lstStyle/>
          <a:p>
            <a:pPr>
              <a:defRPr/>
            </a:pPr>
            <a:r>
              <a:rPr lang="en-US" sz="2667" b="1" dirty="0"/>
              <a:t>2n + 3 is O(n)   and   5n is O(n);  </a:t>
            </a:r>
          </a:p>
          <a:p>
            <a:pPr>
              <a:defRPr/>
            </a:pPr>
            <a:r>
              <a:rPr lang="en-US" sz="2667" b="1" dirty="0">
                <a:solidFill>
                  <a:srgbClr val="FF0000"/>
                </a:solidFill>
              </a:rPr>
              <a:t>place 2n + 3 and 5n in the same category</a:t>
            </a:r>
          </a:p>
        </p:txBody>
      </p:sp>
      <p:sp>
        <p:nvSpPr>
          <p:cNvPr id="15" name="Rectangle 2">
            <a:extLst>
              <a:ext uri="{FF2B5EF4-FFF2-40B4-BE49-F238E27FC236}">
                <a16:creationId xmlns:a16="http://schemas.microsoft.com/office/drawing/2014/main" id="{4441F179-6788-27E3-D4EF-F209BDB067CC}"/>
              </a:ext>
            </a:extLst>
          </p:cNvPr>
          <p:cNvSpPr>
            <a:spLocks noChangeArrowheads="1"/>
          </p:cNvSpPr>
          <p:nvPr/>
        </p:nvSpPr>
        <p:spPr bwMode="auto">
          <a:xfrm>
            <a:off x="201085" y="5161920"/>
            <a:ext cx="5793316" cy="830997"/>
          </a:xfrm>
          <a:prstGeom prst="rect">
            <a:avLst/>
          </a:prstGeom>
          <a:noFill/>
          <a:ln w="9525">
            <a:noFill/>
            <a:miter lim="800000"/>
            <a:headEnd/>
            <a:tailEnd/>
          </a:ln>
        </p:spPr>
        <p:txBody>
          <a:bodyPr lIns="91440" tIns="45720" rIns="91440" bIns="45720" anchor="ctr">
            <a:spAutoFit/>
          </a:bodyPr>
          <a:lstStyle/>
          <a:p>
            <a:pPr algn="just">
              <a:buFont typeface="Wingdings" pitchFamily="2" charset="2"/>
              <a:buChar char="§"/>
              <a:defRPr/>
            </a:pPr>
            <a:r>
              <a:rPr lang="en-US" sz="2400" b="1" dirty="0"/>
              <a:t> Big-Oh allows us to ignore constant factors and lower order (or less dominant) terms</a:t>
            </a:r>
          </a:p>
        </p:txBody>
      </p:sp>
      <p:sp>
        <p:nvSpPr>
          <p:cNvPr id="2" name="Footer Placeholder 1">
            <a:extLst>
              <a:ext uri="{FF2B5EF4-FFF2-40B4-BE49-F238E27FC236}">
                <a16:creationId xmlns:a16="http://schemas.microsoft.com/office/drawing/2014/main" id="{7F892CC5-79E3-2EFA-8F93-979E10058C78}"/>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500EB0-EF38-8558-8E43-87BBECC2D09C}"/>
              </a:ext>
            </a:extLst>
          </p:cNvPr>
          <p:cNvSpPr/>
          <p:nvPr/>
        </p:nvSpPr>
        <p:spPr>
          <a:xfrm>
            <a:off x="0" y="1"/>
            <a:ext cx="8493369"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Common Asymptotic notations &amp; comparison</a:t>
            </a:r>
            <a:endParaRPr lang="en-US" sz="4000" b="1" dirty="0">
              <a:solidFill>
                <a:schemeClr val="tx1"/>
              </a:solidFill>
            </a:endParaRPr>
          </a:p>
        </p:txBody>
      </p:sp>
      <p:sp>
        <p:nvSpPr>
          <p:cNvPr id="7173" name="Rectangle 5">
            <a:extLst>
              <a:ext uri="{FF2B5EF4-FFF2-40B4-BE49-F238E27FC236}">
                <a16:creationId xmlns:a16="http://schemas.microsoft.com/office/drawing/2014/main" id="{D8E9825D-2812-2C3A-89C8-8FC699260D78}"/>
              </a:ext>
            </a:extLst>
          </p:cNvPr>
          <p:cNvSpPr>
            <a:spLocks noChangeArrowheads="1"/>
          </p:cNvSpPr>
          <p:nvPr/>
        </p:nvSpPr>
        <p:spPr bwMode="auto">
          <a:xfrm>
            <a:off x="562708" y="5574162"/>
            <a:ext cx="120628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400" dirty="0">
                <a:latin typeface="Calibri" panose="020F0502020204030204" pitchFamily="34" charset="0"/>
              </a:rPr>
              <a:t>One should remember the general order of following functions.</a:t>
            </a:r>
          </a:p>
          <a:p>
            <a:pPr eaLnBrk="1" hangingPunct="1"/>
            <a:r>
              <a:rPr lang="en-IN" altLang="en-US" sz="2400" b="1" dirty="0">
                <a:solidFill>
                  <a:srgbClr val="FF0000"/>
                </a:solidFill>
                <a:latin typeface="Calibri" panose="020F0502020204030204" pitchFamily="34" charset="0"/>
              </a:rPr>
              <a:t>O(1) &lt; O(</a:t>
            </a:r>
            <a:r>
              <a:rPr lang="en-IN" altLang="en-US" sz="2400" b="1" dirty="0" err="1">
                <a:solidFill>
                  <a:srgbClr val="FF0000"/>
                </a:solidFill>
                <a:latin typeface="Calibri" panose="020F0502020204030204" pitchFamily="34" charset="0"/>
              </a:rPr>
              <a:t>logn</a:t>
            </a:r>
            <a:r>
              <a:rPr lang="en-IN" altLang="en-US" sz="2400" b="1" dirty="0">
                <a:solidFill>
                  <a:srgbClr val="FF0000"/>
                </a:solidFill>
                <a:latin typeface="Calibri" panose="020F0502020204030204" pitchFamily="34" charset="0"/>
              </a:rPr>
              <a:t>) &lt; O( n) &lt; O( </a:t>
            </a:r>
            <a:r>
              <a:rPr lang="en-IN" altLang="en-US" sz="2400" b="1" dirty="0" err="1">
                <a:solidFill>
                  <a:srgbClr val="FF0000"/>
                </a:solidFill>
                <a:latin typeface="Calibri" panose="020F0502020204030204" pitchFamily="34" charset="0"/>
              </a:rPr>
              <a:t>nlogn</a:t>
            </a:r>
            <a:r>
              <a:rPr lang="en-IN" altLang="en-US" sz="2400" b="1" dirty="0">
                <a:solidFill>
                  <a:srgbClr val="FF0000"/>
                </a:solidFill>
                <a:latin typeface="Calibri" panose="020F0502020204030204" pitchFamily="34" charset="0"/>
              </a:rPr>
              <a:t>)&lt; O(n*n) &lt; O(n*n*n) &lt; O(</a:t>
            </a:r>
            <a:r>
              <a:rPr lang="en-IN" altLang="en-US" sz="2400" b="1" dirty="0" err="1">
                <a:solidFill>
                  <a:srgbClr val="FF0000"/>
                </a:solidFill>
                <a:latin typeface="Calibri" panose="020F0502020204030204" pitchFamily="34" charset="0"/>
              </a:rPr>
              <a:t>n</a:t>
            </a:r>
            <a:r>
              <a:rPr lang="en-IN" altLang="en-US" sz="2400" b="1" baseline="30000" dirty="0" err="1">
                <a:solidFill>
                  <a:srgbClr val="FF0000"/>
                </a:solidFill>
                <a:latin typeface="Calibri" panose="020F0502020204030204" pitchFamily="34" charset="0"/>
              </a:rPr>
              <a:t>k</a:t>
            </a:r>
            <a:r>
              <a:rPr lang="en-IN" altLang="en-US" sz="2400" b="1" dirty="0">
                <a:solidFill>
                  <a:srgbClr val="FF0000"/>
                </a:solidFill>
                <a:latin typeface="Calibri" panose="020F0502020204030204" pitchFamily="34" charset="0"/>
              </a:rPr>
              <a:t>)&lt; O(2</a:t>
            </a:r>
            <a:r>
              <a:rPr lang="en-IN" altLang="en-US" sz="2400" b="1" baseline="30000" dirty="0">
                <a:solidFill>
                  <a:srgbClr val="FF0000"/>
                </a:solidFill>
                <a:latin typeface="Calibri" panose="020F0502020204030204" pitchFamily="34" charset="0"/>
              </a:rPr>
              <a:t>n</a:t>
            </a:r>
            <a:r>
              <a:rPr lang="en-IN" altLang="en-US" sz="2400" b="1" dirty="0">
                <a:solidFill>
                  <a:srgbClr val="FF0000"/>
                </a:solidFill>
                <a:latin typeface="Calibri" panose="020F0502020204030204" pitchFamily="34" charset="0"/>
              </a:rPr>
              <a:t>)</a:t>
            </a:r>
            <a:endParaRPr lang="en-IN" altLang="en-US" sz="2400" dirty="0">
              <a:solidFill>
                <a:srgbClr val="FF0000"/>
              </a:solidFill>
              <a:latin typeface="Calibri" panose="020F0502020204030204" pitchFamily="34" charset="0"/>
            </a:endParaRPr>
          </a:p>
        </p:txBody>
      </p:sp>
      <p:pic>
        <p:nvPicPr>
          <p:cNvPr id="7174" name="Picture 2" descr="Image result for asymptotic analysis of algorithm">
            <a:extLst>
              <a:ext uri="{FF2B5EF4-FFF2-40B4-BE49-F238E27FC236}">
                <a16:creationId xmlns:a16="http://schemas.microsoft.com/office/drawing/2014/main" id="{87A23EF3-04AB-7C1A-F5AE-2A2934046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55" y="1538328"/>
            <a:ext cx="7065433" cy="370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a:extLst>
              <a:ext uri="{FF2B5EF4-FFF2-40B4-BE49-F238E27FC236}">
                <a16:creationId xmlns:a16="http://schemas.microsoft.com/office/drawing/2014/main" id="{FCE4B761-AD80-20BC-E599-BC8335E3C1AF}"/>
              </a:ext>
            </a:extLst>
          </p:cNvPr>
          <p:cNvGraphicFramePr>
            <a:graphicFrameLocks noGrp="1"/>
          </p:cNvGraphicFramePr>
          <p:nvPr>
            <p:extLst>
              <p:ext uri="{D42A27DB-BD31-4B8C-83A1-F6EECF244321}">
                <p14:modId xmlns:p14="http://schemas.microsoft.com/office/powerpoint/2010/main" val="1675594824"/>
              </p:ext>
            </p:extLst>
          </p:nvPr>
        </p:nvGraphicFramePr>
        <p:xfrm>
          <a:off x="8456573" y="1448452"/>
          <a:ext cx="3634318" cy="3757078"/>
        </p:xfrm>
        <a:graphic>
          <a:graphicData uri="http://schemas.openxmlformats.org/drawingml/2006/table">
            <a:tbl>
              <a:tblPr/>
              <a:tblGrid>
                <a:gridCol w="1817159">
                  <a:extLst>
                    <a:ext uri="{9D8B030D-6E8A-4147-A177-3AD203B41FA5}">
                      <a16:colId xmlns:a16="http://schemas.microsoft.com/office/drawing/2014/main" val="20000"/>
                    </a:ext>
                  </a:extLst>
                </a:gridCol>
                <a:gridCol w="1817159">
                  <a:extLst>
                    <a:ext uri="{9D8B030D-6E8A-4147-A177-3AD203B41FA5}">
                      <a16:colId xmlns:a16="http://schemas.microsoft.com/office/drawing/2014/main" val="20001"/>
                    </a:ext>
                  </a:extLst>
                </a:gridCol>
              </a:tblGrid>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constant</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Ο(1)</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logarithmic</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linear</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quadratic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2</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cubic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3</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polynomial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err="1">
                          <a:solidFill>
                            <a:srgbClr val="313131"/>
                          </a:solidFill>
                          <a:latin typeface="Calibri"/>
                          <a:ea typeface="Times New Roman"/>
                          <a:cs typeface="Calibri"/>
                        </a:rPr>
                        <a:t>n</a:t>
                      </a:r>
                      <a:r>
                        <a:rPr lang="en-US" sz="2400" b="1" baseline="30000" dirty="0" err="1">
                          <a:solidFill>
                            <a:srgbClr val="313131"/>
                          </a:solidFill>
                          <a:latin typeface="Calibri"/>
                          <a:ea typeface="Times New Roman"/>
                          <a:cs typeface="Calibri"/>
                        </a:rPr>
                        <a:t>Ο</a:t>
                      </a:r>
                      <a:r>
                        <a:rPr lang="en-US" sz="2400" b="1" baseline="30000" dirty="0">
                          <a:solidFill>
                            <a:srgbClr val="313131"/>
                          </a:solidFill>
                          <a:latin typeface="Calibri"/>
                          <a:ea typeface="Times New Roman"/>
                          <a:cs typeface="Calibri"/>
                        </a:rPr>
                        <a:t>(1)</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exponential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a:solidFill>
                            <a:srgbClr val="313131"/>
                          </a:solidFill>
                          <a:latin typeface="Calibri"/>
                          <a:ea typeface="Times New Roman"/>
                          <a:cs typeface="Calibri"/>
                        </a:rPr>
                        <a:t>2</a:t>
                      </a:r>
                      <a:r>
                        <a:rPr lang="en-US" sz="2400" b="1" baseline="30000" dirty="0">
                          <a:solidFill>
                            <a:srgbClr val="313131"/>
                          </a:solidFill>
                          <a:latin typeface="Calibri"/>
                          <a:ea typeface="Times New Roman"/>
                          <a:cs typeface="Calibri"/>
                        </a:rPr>
                        <a:t>Ο(n)</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1BD4DB24-6EDC-209A-0776-921E098C4A00}"/>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p:nvPr/>
        </p:nvCxnSpPr>
        <p:spPr>
          <a:xfrm>
            <a:off x="1596009"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973750" y="1211335"/>
            <a:ext cx="9067065" cy="3385542"/>
          </a:xfrm>
          <a:prstGeom prst="rect">
            <a:avLst/>
          </a:prstGeom>
          <a:noFill/>
        </p:spPr>
        <p:txBody>
          <a:bodyPr wrap="square" lIns="91440" tIns="45720" rIns="91440" bIns="45720" rtlCol="0" anchor="t">
            <a:spAutoFit/>
          </a:bodyPr>
          <a:lstStyle/>
          <a:p>
            <a:r>
              <a:rPr lang="en-US" sz="2800" b="1" dirty="0"/>
              <a:t>Example 1 : </a:t>
            </a:r>
            <a:r>
              <a:rPr lang="en-US" sz="2800" dirty="0"/>
              <a:t>Assume that f(n)= 5n+50 and g(n) = n </a:t>
            </a:r>
            <a:endParaRPr lang="en-US"/>
          </a:p>
          <a:p>
            <a:r>
              <a:rPr lang="en-US" sz="2800" dirty="0"/>
              <a:t>Is f(n)=O g(n) ???</a:t>
            </a:r>
            <a:endParaRPr lang="en-US"/>
          </a:p>
          <a:p>
            <a:endParaRPr lang="en-US" sz="2800" dirty="0"/>
          </a:p>
          <a:p>
            <a:r>
              <a:rPr lang="en-US" sz="2800" dirty="0"/>
              <a:t>Solution : We know </a:t>
            </a:r>
            <a:r>
              <a:rPr lang="en-US" sz="2800" b="1" dirty="0"/>
              <a:t>f(n) &lt;= c g(n)     </a:t>
            </a:r>
            <a:r>
              <a:rPr lang="en-US" sz="2800" dirty="0"/>
              <a:t>Assume c=6 </a:t>
            </a:r>
          </a:p>
          <a:p>
            <a:endParaRPr lang="en-US" sz="2800" dirty="0"/>
          </a:p>
          <a:p>
            <a:r>
              <a:rPr lang="en-US" sz="2800" dirty="0">
                <a:solidFill>
                  <a:srgbClr val="FF0000"/>
                </a:solidFill>
              </a:rPr>
              <a:t>Why c=6 ??? </a:t>
            </a:r>
          </a:p>
          <a:p>
            <a:endParaRPr lang="en-US" sz="2800" dirty="0">
              <a:solidFill>
                <a:srgbClr val="FF0000"/>
              </a:solidFill>
            </a:endParaRPr>
          </a:p>
          <a:p>
            <a:endParaRPr lang="en-IN" dirty="0">
              <a:solidFill>
                <a:srgbClr val="FF0000"/>
              </a:solidFill>
            </a:endParaRPr>
          </a:p>
        </p:txBody>
      </p:sp>
      <p:pic>
        <p:nvPicPr>
          <p:cNvPr id="6" name="Picture 5"/>
          <p:cNvPicPr>
            <a:picLocks noChangeAspect="1"/>
          </p:cNvPicPr>
          <p:nvPr/>
        </p:nvPicPr>
        <p:blipFill>
          <a:blip r:embed="rId2"/>
          <a:stretch>
            <a:fillRect/>
          </a:stretch>
        </p:blipFill>
        <p:spPr>
          <a:xfrm>
            <a:off x="1516758" y="4175960"/>
            <a:ext cx="8545115" cy="2110540"/>
          </a:xfrm>
          <a:prstGeom prst="rect">
            <a:avLst/>
          </a:prstGeom>
        </p:spPr>
      </p:pic>
      <p:sp>
        <p:nvSpPr>
          <p:cNvPr id="3" name="Rectangle 2">
            <a:extLst>
              <a:ext uri="{FF2B5EF4-FFF2-40B4-BE49-F238E27FC236}">
                <a16:creationId xmlns:a16="http://schemas.microsoft.com/office/drawing/2014/main" id="{CA40A51D-A0FF-DA21-8D76-896603D98E8C}"/>
              </a:ext>
            </a:extLst>
          </p:cNvPr>
          <p:cNvSpPr/>
          <p:nvPr/>
        </p:nvSpPr>
        <p:spPr>
          <a:xfrm>
            <a:off x="298937" y="193431"/>
            <a:ext cx="8493369"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lvl="0">
              <a:buSzPct val="25000"/>
            </a:pPr>
            <a:r>
              <a:rPr lang="en-US" sz="4000" b="1" dirty="0">
                <a:solidFill>
                  <a:schemeClr val="tx1"/>
                </a:solidFill>
                <a:cs typeface="Times New Roman" panose="02020603050405020304" pitchFamily="18" charset="0"/>
                <a:sym typeface="Arial"/>
              </a:rPr>
              <a:t>Big-O Notation example</a:t>
            </a:r>
          </a:p>
        </p:txBody>
      </p:sp>
      <p:sp>
        <p:nvSpPr>
          <p:cNvPr id="2" name="Footer Placeholder 1">
            <a:extLst>
              <a:ext uri="{FF2B5EF4-FFF2-40B4-BE49-F238E27FC236}">
                <a16:creationId xmlns:a16="http://schemas.microsoft.com/office/drawing/2014/main" id="{AA0CDC79-78C9-1652-4D2F-12B249D1B839}"/>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08810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AC07C-DDBD-C576-967C-6579757035E3}"/>
            </a:ext>
          </a:extLst>
        </p:cNvPr>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E2BCA7B0-F7EF-A2DC-B4D9-9AE3891FC2BC}"/>
              </a:ext>
            </a:extLst>
          </p:cNvPr>
          <p:cNvCxnSpPr/>
          <p:nvPr/>
        </p:nvCxnSpPr>
        <p:spPr>
          <a:xfrm>
            <a:off x="1596009"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817F8C0-AF12-8D7E-4930-21C6D02CD45D}"/>
              </a:ext>
            </a:extLst>
          </p:cNvPr>
          <p:cNvSpPr txBox="1"/>
          <p:nvPr/>
        </p:nvSpPr>
        <p:spPr>
          <a:xfrm>
            <a:off x="973750" y="1211335"/>
            <a:ext cx="9067065" cy="3385542"/>
          </a:xfrm>
          <a:prstGeom prst="rect">
            <a:avLst/>
          </a:prstGeom>
          <a:noFill/>
        </p:spPr>
        <p:txBody>
          <a:bodyPr wrap="square" rtlCol="0">
            <a:spAutoFit/>
          </a:bodyPr>
          <a:lstStyle/>
          <a:p>
            <a:r>
              <a:rPr lang="en-US" sz="2800" b="1" dirty="0"/>
              <a:t>Example 2 : : </a:t>
            </a:r>
            <a:r>
              <a:rPr lang="en-US" sz="2800" dirty="0"/>
              <a:t>Assume that f(n)= 5n+50 and g(n) = log </a:t>
            </a:r>
            <a:r>
              <a:rPr lang="en-US" sz="2800" baseline="-25000" dirty="0"/>
              <a:t>10</a:t>
            </a:r>
            <a:r>
              <a:rPr lang="en-US" sz="2800" dirty="0"/>
              <a:t> n   Is f(n)=O g(n) ???</a:t>
            </a:r>
          </a:p>
          <a:p>
            <a:endParaRPr lang="en-US" sz="2800" dirty="0"/>
          </a:p>
          <a:p>
            <a:r>
              <a:rPr lang="en-US" sz="2800" dirty="0"/>
              <a:t>Solution : We know </a:t>
            </a:r>
            <a:r>
              <a:rPr lang="en-US" sz="2800" b="1" dirty="0"/>
              <a:t>f(n) &lt;= c g(n)     </a:t>
            </a:r>
            <a:r>
              <a:rPr lang="en-US" sz="2800" dirty="0"/>
              <a:t>Assume c=1000  g(n) is not upper bound</a:t>
            </a:r>
          </a:p>
          <a:p>
            <a:endParaRPr lang="en-US" sz="2800" dirty="0"/>
          </a:p>
          <a:p>
            <a:endParaRPr lang="en-US" sz="2800" dirty="0">
              <a:solidFill>
                <a:srgbClr val="FF0000"/>
              </a:solidFill>
            </a:endParaRPr>
          </a:p>
          <a:p>
            <a:endParaRPr lang="en-IN" dirty="0">
              <a:solidFill>
                <a:srgbClr val="FF0000"/>
              </a:solidFill>
            </a:endParaRPr>
          </a:p>
        </p:txBody>
      </p:sp>
      <p:sp>
        <p:nvSpPr>
          <p:cNvPr id="3" name="Rectangle 2">
            <a:extLst>
              <a:ext uri="{FF2B5EF4-FFF2-40B4-BE49-F238E27FC236}">
                <a16:creationId xmlns:a16="http://schemas.microsoft.com/office/drawing/2014/main" id="{35B6FC34-F36E-D5AF-5A54-C1F88ABE51EA}"/>
              </a:ext>
            </a:extLst>
          </p:cNvPr>
          <p:cNvSpPr/>
          <p:nvPr/>
        </p:nvSpPr>
        <p:spPr>
          <a:xfrm>
            <a:off x="298937" y="193431"/>
            <a:ext cx="8493369"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lvl="0">
              <a:buSzPct val="25000"/>
            </a:pPr>
            <a:r>
              <a:rPr lang="en-US" sz="4000" b="1" dirty="0">
                <a:solidFill>
                  <a:schemeClr val="tx1"/>
                </a:solidFill>
                <a:cs typeface="Times New Roman" panose="02020603050405020304" pitchFamily="18" charset="0"/>
                <a:sym typeface="Arial"/>
              </a:rPr>
              <a:t>Big-O Notation example</a:t>
            </a:r>
          </a:p>
        </p:txBody>
      </p:sp>
      <p:pic>
        <p:nvPicPr>
          <p:cNvPr id="2" name="Picture 1">
            <a:extLst>
              <a:ext uri="{FF2B5EF4-FFF2-40B4-BE49-F238E27FC236}">
                <a16:creationId xmlns:a16="http://schemas.microsoft.com/office/drawing/2014/main" id="{1B771F69-A043-8ACF-D663-1E0311DAEF98}"/>
              </a:ext>
            </a:extLst>
          </p:cNvPr>
          <p:cNvPicPr>
            <a:picLocks noChangeAspect="1"/>
          </p:cNvPicPr>
          <p:nvPr/>
        </p:nvPicPr>
        <p:blipFill>
          <a:blip r:embed="rId2"/>
          <a:stretch>
            <a:fillRect/>
          </a:stretch>
        </p:blipFill>
        <p:spPr>
          <a:xfrm>
            <a:off x="690281" y="3647637"/>
            <a:ext cx="5793645" cy="1839689"/>
          </a:xfrm>
          <a:prstGeom prst="rect">
            <a:avLst/>
          </a:prstGeom>
        </p:spPr>
      </p:pic>
      <p:pic>
        <p:nvPicPr>
          <p:cNvPr id="4" name="Picture 3">
            <a:extLst>
              <a:ext uri="{FF2B5EF4-FFF2-40B4-BE49-F238E27FC236}">
                <a16:creationId xmlns:a16="http://schemas.microsoft.com/office/drawing/2014/main" id="{60FC7B66-35B3-1CB9-3D87-3E951800F339}"/>
              </a:ext>
            </a:extLst>
          </p:cNvPr>
          <p:cNvPicPr>
            <a:picLocks noChangeAspect="1"/>
          </p:cNvPicPr>
          <p:nvPr/>
        </p:nvPicPr>
        <p:blipFill>
          <a:blip r:embed="rId3"/>
          <a:stretch>
            <a:fillRect/>
          </a:stretch>
        </p:blipFill>
        <p:spPr>
          <a:xfrm>
            <a:off x="7429428" y="3377045"/>
            <a:ext cx="3730408" cy="2539382"/>
          </a:xfrm>
          <a:prstGeom prst="rect">
            <a:avLst/>
          </a:prstGeom>
        </p:spPr>
      </p:pic>
      <p:sp>
        <p:nvSpPr>
          <p:cNvPr id="6" name="Footer Placeholder 5">
            <a:extLst>
              <a:ext uri="{FF2B5EF4-FFF2-40B4-BE49-F238E27FC236}">
                <a16:creationId xmlns:a16="http://schemas.microsoft.com/office/drawing/2014/main" id="{9D0F400C-5BD1-AE47-D237-3F2F9285C5E6}"/>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971691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16" name="Rectangle 15">
            <a:extLst>
              <a:ext uri="{FF2B5EF4-FFF2-40B4-BE49-F238E27FC236}">
                <a16:creationId xmlns:a16="http://schemas.microsoft.com/office/drawing/2014/main" id="{7FEE1B99-B51C-4A5A-108B-8445DFED19F8}"/>
              </a:ext>
            </a:extLst>
          </p:cNvPr>
          <p:cNvSpPr>
            <a:spLocks noChangeArrowheads="1"/>
          </p:cNvSpPr>
          <p:nvPr/>
        </p:nvSpPr>
        <p:spPr bwMode="auto">
          <a:xfrm>
            <a:off x="1703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Big-O Notation Practice Questions</a:t>
            </a:r>
          </a:p>
        </p:txBody>
      </p:sp>
      <p:cxnSp>
        <p:nvCxnSpPr>
          <p:cNvPr id="17" name="Straight Connector 16"/>
          <p:cNvCxnSpPr/>
          <p:nvPr/>
        </p:nvCxnSpPr>
        <p:spPr>
          <a:xfrm>
            <a:off x="1596009"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stretch>
            <a:fillRect/>
          </a:stretch>
        </p:blipFill>
        <p:spPr>
          <a:xfrm>
            <a:off x="1191444" y="1475542"/>
            <a:ext cx="7196418" cy="3856607"/>
          </a:xfrm>
          <a:prstGeom prst="rect">
            <a:avLst/>
          </a:prstGeom>
        </p:spPr>
      </p:pic>
      <p:pic>
        <p:nvPicPr>
          <p:cNvPr id="6" name="Picture 5"/>
          <p:cNvPicPr>
            <a:picLocks noChangeAspect="1"/>
          </p:cNvPicPr>
          <p:nvPr/>
        </p:nvPicPr>
        <p:blipFill>
          <a:blip r:embed="rId4"/>
          <a:stretch>
            <a:fillRect/>
          </a:stretch>
        </p:blipFill>
        <p:spPr>
          <a:xfrm>
            <a:off x="7588614" y="4687860"/>
            <a:ext cx="3703641" cy="1512168"/>
          </a:xfrm>
          <a:prstGeom prst="rect">
            <a:avLst/>
          </a:prstGeom>
        </p:spPr>
      </p:pic>
      <p:sp>
        <p:nvSpPr>
          <p:cNvPr id="3" name="Footer Placeholder 2">
            <a:extLst>
              <a:ext uri="{FF2B5EF4-FFF2-40B4-BE49-F238E27FC236}">
                <a16:creationId xmlns:a16="http://schemas.microsoft.com/office/drawing/2014/main" id="{549D8634-8CD1-9E9A-333E-70B7388524D4}"/>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411360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7B5D-D6E3-9E7C-869C-F7EF15DA167F}"/>
              </a:ext>
            </a:extLst>
          </p:cNvPr>
          <p:cNvSpPr>
            <a:spLocks noGrp="1"/>
          </p:cNvSpPr>
          <p:nvPr>
            <p:ph type="title"/>
          </p:nvPr>
        </p:nvSpPr>
        <p:spPr/>
        <p:txBody>
          <a:bodyPr lIns="91440" tIns="45720" rIns="91440" bIns="45720" anchor="t"/>
          <a:lstStyle/>
          <a:p>
            <a:r>
              <a:rPr lang="en-US" b="1" dirty="0">
                <a:ea typeface="+mj-lt"/>
                <a:cs typeface="+mj-lt"/>
              </a:rPr>
              <a:t>Little-o (ο) Notation</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149B4CD2-4EC6-5652-82B6-0BF9C7C9371E}"/>
              </a:ext>
            </a:extLst>
          </p:cNvPr>
          <p:cNvSpPr>
            <a:spLocks noGrp="1"/>
          </p:cNvSpPr>
          <p:nvPr>
            <p:ph idx="1"/>
          </p:nvPr>
        </p:nvSpPr>
        <p:spPr/>
        <p:txBody>
          <a:bodyPr lIns="91440" tIns="45720" rIns="91440" bIns="45720" anchor="t"/>
          <a:lstStyle/>
          <a:p>
            <a:r>
              <a:rPr lang="en-US" b="1" dirty="0">
                <a:ea typeface="+mn-lt"/>
                <a:cs typeface="+mn-lt"/>
              </a:rPr>
              <a:t>Little-o notation describes a </a:t>
            </a:r>
            <a:r>
              <a:rPr lang="en-US" b="1" i="1" dirty="0">
                <a:ea typeface="+mn-lt"/>
                <a:cs typeface="+mn-lt"/>
              </a:rPr>
              <a:t>strict</a:t>
            </a:r>
            <a:r>
              <a:rPr lang="en-US" b="1" dirty="0">
                <a:ea typeface="+mn-lt"/>
                <a:cs typeface="+mn-lt"/>
              </a:rPr>
              <a:t> upper bound.</a:t>
            </a:r>
            <a:endParaRPr lang="en-US">
              <a:ea typeface="+mn-lt"/>
              <a:cs typeface="+mn-lt"/>
            </a:endParaRPr>
          </a:p>
          <a:p>
            <a:r>
              <a:rPr lang="en-US" dirty="0">
                <a:ea typeface="+mn-lt"/>
                <a:cs typeface="+mn-lt"/>
              </a:rPr>
              <a:t>f(n) grows </a:t>
            </a:r>
            <a:r>
              <a:rPr lang="en-US" b="1" dirty="0">
                <a:ea typeface="+mn-lt"/>
                <a:cs typeface="+mn-lt"/>
              </a:rPr>
              <a:t>strictly slower</a:t>
            </a:r>
            <a:r>
              <a:rPr lang="en-US" dirty="0">
                <a:ea typeface="+mn-lt"/>
                <a:cs typeface="+mn-lt"/>
              </a:rPr>
              <a:t> than g(n)</a:t>
            </a:r>
            <a:endParaRPr lang="en-US"/>
          </a:p>
          <a:p>
            <a:r>
              <a:rPr lang="en-US" dirty="0">
                <a:ea typeface="+mn-lt"/>
                <a:cs typeface="+mn-lt"/>
              </a:rPr>
              <a:t>f(n) becomes </a:t>
            </a:r>
            <a:r>
              <a:rPr lang="en-US" b="1" dirty="0">
                <a:ea typeface="+mn-lt"/>
                <a:cs typeface="+mn-lt"/>
              </a:rPr>
              <a:t>negligible compared to g(n)</a:t>
            </a:r>
            <a:r>
              <a:rPr lang="en-US" dirty="0">
                <a:ea typeface="+mn-lt"/>
                <a:cs typeface="+mn-lt"/>
              </a:rPr>
              <a:t> for large n</a:t>
            </a:r>
            <a:endParaRPr lang="en-US"/>
          </a:p>
          <a:p>
            <a:r>
              <a:rPr lang="en-US" dirty="0">
                <a:ea typeface="+mn-lt"/>
                <a:cs typeface="+mn-lt"/>
              </a:rPr>
              <a:t>Stronger condition than Big-O</a:t>
            </a:r>
            <a:endParaRPr lang="en-US"/>
          </a:p>
          <a:p>
            <a:endParaRPr lang="en-US" b="1" dirty="0">
              <a:ea typeface="+mn-lt"/>
              <a:cs typeface="+mn-lt"/>
            </a:endParaRPr>
          </a:p>
          <a:p>
            <a:r>
              <a:rPr lang="en-US" b="1" dirty="0">
                <a:ea typeface="+mn-lt"/>
                <a:cs typeface="+mn-lt"/>
              </a:rPr>
              <a:t>Key idea:</a:t>
            </a:r>
            <a:endParaRPr lang="en-US" dirty="0">
              <a:ea typeface="Calibri"/>
              <a:cs typeface="Calibri"/>
            </a:endParaRPr>
          </a:p>
          <a:p>
            <a:r>
              <a:rPr lang="en-US" dirty="0">
                <a:ea typeface="+mn-lt"/>
                <a:cs typeface="+mn-lt"/>
              </a:rPr>
              <a:t>Big-O allows equality, Little-o does not.</a:t>
            </a:r>
            <a:endParaRPr lang="en-US"/>
          </a:p>
          <a:p>
            <a:endParaRPr lang="en-US" dirty="0">
              <a:ea typeface="Calibri"/>
              <a:cs typeface="Calibri"/>
            </a:endParaRPr>
          </a:p>
        </p:txBody>
      </p:sp>
      <p:sp>
        <p:nvSpPr>
          <p:cNvPr id="4" name="Footer Placeholder 3">
            <a:extLst>
              <a:ext uri="{FF2B5EF4-FFF2-40B4-BE49-F238E27FC236}">
                <a16:creationId xmlns:a16="http://schemas.microsoft.com/office/drawing/2014/main" id="{C7ECF5C3-E5C6-34FB-9ECE-3C272A9B9397}"/>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3863320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5FADF-B896-25DD-62FF-105CCCA9892E}"/>
              </a:ext>
            </a:extLst>
          </p:cNvPr>
          <p:cNvSpPr>
            <a:spLocks noGrp="1"/>
          </p:cNvSpPr>
          <p:nvPr>
            <p:ph idx="1"/>
          </p:nvPr>
        </p:nvSpPr>
        <p:spPr>
          <a:xfrm>
            <a:off x="0" y="965201"/>
            <a:ext cx="12192000" cy="1344084"/>
          </a:xfrm>
        </p:spPr>
        <p:txBody>
          <a:bodyPr rtlCol="0">
            <a:normAutofit fontScale="92500" lnSpcReduction="10000"/>
          </a:bodyPr>
          <a:lstStyle/>
          <a:p>
            <a:pPr algn="just">
              <a:lnSpc>
                <a:spcPct val="170000"/>
              </a:lnSpc>
              <a:spcBef>
                <a:spcPct val="0"/>
              </a:spcBef>
              <a:buFont typeface="Wingdings" pitchFamily="2" charset="2"/>
              <a:buChar char="§"/>
              <a:defRPr/>
            </a:pPr>
            <a:r>
              <a:rPr lang="en-IN" b="1" dirty="0"/>
              <a:t>Big-Ο is used as a tight upper-bound on the growth of an algorithm’s effort. </a:t>
            </a:r>
          </a:p>
          <a:p>
            <a:pPr algn="just">
              <a:lnSpc>
                <a:spcPct val="170000"/>
              </a:lnSpc>
              <a:spcBef>
                <a:spcPct val="0"/>
              </a:spcBef>
              <a:buFont typeface="Wingdings" pitchFamily="2" charset="2"/>
              <a:buChar char="§"/>
              <a:defRPr/>
            </a:pPr>
            <a:r>
              <a:rPr lang="en-IN" b="1" dirty="0"/>
              <a:t>“Little-ο” (ο()) notation is used to describe an upper-bound that cannot be tight.</a:t>
            </a:r>
            <a:endParaRPr lang="en-IN" dirty="0"/>
          </a:p>
        </p:txBody>
      </p:sp>
      <p:sp>
        <p:nvSpPr>
          <p:cNvPr id="10244" name="Rectangle 1">
            <a:extLst>
              <a:ext uri="{FF2B5EF4-FFF2-40B4-BE49-F238E27FC236}">
                <a16:creationId xmlns:a16="http://schemas.microsoft.com/office/drawing/2014/main" id="{62EA2256-D9D4-CEFF-7D33-DA32B2AF1961}"/>
              </a:ext>
            </a:extLst>
          </p:cNvPr>
          <p:cNvSpPr>
            <a:spLocks noChangeArrowheads="1"/>
          </p:cNvSpPr>
          <p:nvPr/>
        </p:nvSpPr>
        <p:spPr bwMode="auto">
          <a:xfrm>
            <a:off x="1" y="4353984"/>
            <a:ext cx="77512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Char char="§"/>
            </a:pPr>
            <a:r>
              <a:rPr lang="en-US" altLang="en-US" sz="2800" b="1">
                <a:solidFill>
                  <a:srgbClr val="FF0000"/>
                </a:solidFill>
                <a:latin typeface="Calibri" panose="020F0502020204030204" pitchFamily="34" charset="0"/>
              </a:rPr>
              <a:t>For big Oh</a:t>
            </a:r>
            <a:r>
              <a:rPr lang="en-US" altLang="en-US" sz="2800" b="1">
                <a:solidFill>
                  <a:srgbClr val="222222"/>
                </a:solidFill>
                <a:latin typeface="Calibri" panose="020F0502020204030204" pitchFamily="34" charset="0"/>
              </a:rPr>
              <a:t>: true for </a:t>
            </a:r>
            <a:r>
              <a:rPr lang="en-US" altLang="en-US" sz="2800" b="1" i="1">
                <a:solidFill>
                  <a:srgbClr val="222222"/>
                </a:solidFill>
                <a:latin typeface="Calibri" panose="020F0502020204030204" pitchFamily="34" charset="0"/>
              </a:rPr>
              <a:t>at least one</a:t>
            </a:r>
            <a:r>
              <a:rPr lang="en-US" altLang="en-US" sz="2800" b="1">
                <a:solidFill>
                  <a:srgbClr val="222222"/>
                </a:solidFill>
                <a:latin typeface="Calibri" panose="020F0502020204030204" pitchFamily="34" charset="0"/>
              </a:rPr>
              <a:t> constant c</a:t>
            </a:r>
            <a:endParaRPr lang="en-IN" altLang="en-US" sz="2800" b="1">
              <a:latin typeface="Calibri" panose="020F0502020204030204" pitchFamily="34" charset="0"/>
            </a:endParaRPr>
          </a:p>
        </p:txBody>
      </p:sp>
      <p:sp>
        <p:nvSpPr>
          <p:cNvPr id="10245" name="Rectangle 6">
            <a:extLst>
              <a:ext uri="{FF2B5EF4-FFF2-40B4-BE49-F238E27FC236}">
                <a16:creationId xmlns:a16="http://schemas.microsoft.com/office/drawing/2014/main" id="{438B58F6-6492-FBC3-248A-CB83FE0F6E46}"/>
              </a:ext>
            </a:extLst>
          </p:cNvPr>
          <p:cNvSpPr>
            <a:spLocks noChangeArrowheads="1"/>
          </p:cNvSpPr>
          <p:nvPr/>
        </p:nvSpPr>
        <p:spPr bwMode="auto">
          <a:xfrm>
            <a:off x="0" y="4836585"/>
            <a:ext cx="792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Char char="§"/>
            </a:pPr>
            <a:r>
              <a:rPr lang="en-US" altLang="en-US" sz="2800" b="1">
                <a:solidFill>
                  <a:srgbClr val="FF0000"/>
                </a:solidFill>
                <a:latin typeface="Calibri" panose="020F0502020204030204" pitchFamily="34" charset="0"/>
              </a:rPr>
              <a:t>For little o</a:t>
            </a:r>
            <a:r>
              <a:rPr lang="en-US" altLang="en-US" sz="2800" b="1">
                <a:solidFill>
                  <a:srgbClr val="222222"/>
                </a:solidFill>
                <a:latin typeface="Calibri" panose="020F0502020204030204" pitchFamily="34" charset="0"/>
              </a:rPr>
              <a:t>: true for all constant c</a:t>
            </a:r>
            <a:endParaRPr lang="en-IN" altLang="en-US" sz="2800" b="1">
              <a:latin typeface="Calibri" panose="020F0502020204030204" pitchFamily="34" charset="0"/>
            </a:endParaRPr>
          </a:p>
        </p:txBody>
      </p:sp>
      <p:sp>
        <p:nvSpPr>
          <p:cNvPr id="8" name="Rectangle 7">
            <a:extLst>
              <a:ext uri="{FF2B5EF4-FFF2-40B4-BE49-F238E27FC236}">
                <a16:creationId xmlns:a16="http://schemas.microsoft.com/office/drawing/2014/main" id="{2F2A1C6F-2AC9-32B3-5286-02D5A3CDDEDC}"/>
              </a:ext>
            </a:extLst>
          </p:cNvPr>
          <p:cNvSpPr/>
          <p:nvPr/>
        </p:nvSpPr>
        <p:spPr>
          <a:xfrm>
            <a:off x="20876" y="1"/>
            <a:ext cx="9718351" cy="94951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Little ο asymptotic notation formal definition</a:t>
            </a:r>
            <a:endParaRPr lang="en-IN" sz="4000" dirty="0">
              <a:solidFill>
                <a:schemeClr val="tx1"/>
              </a:solidFill>
            </a:endParaRPr>
          </a:p>
        </p:txBody>
      </p:sp>
      <p:sp>
        <p:nvSpPr>
          <p:cNvPr id="10248" name="Rectangle 9">
            <a:extLst>
              <a:ext uri="{FF2B5EF4-FFF2-40B4-BE49-F238E27FC236}">
                <a16:creationId xmlns:a16="http://schemas.microsoft.com/office/drawing/2014/main" id="{ED281602-51A5-DD88-08B3-0DE17E3D9488}"/>
              </a:ext>
            </a:extLst>
          </p:cNvPr>
          <p:cNvSpPr>
            <a:spLocks noChangeArrowheads="1"/>
          </p:cNvSpPr>
          <p:nvPr/>
        </p:nvSpPr>
        <p:spPr bwMode="auto">
          <a:xfrm>
            <a:off x="1" y="2470151"/>
            <a:ext cx="1206288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
            </a:pPr>
            <a:r>
              <a:rPr lang="en-US" altLang="en-US" sz="2800" b="1">
                <a:solidFill>
                  <a:srgbClr val="FF0000"/>
                </a:solidFill>
                <a:latin typeface="Calibri" panose="020F0502020204030204" pitchFamily="34" charset="0"/>
              </a:rPr>
              <a:t> Definition</a:t>
            </a:r>
            <a:r>
              <a:rPr lang="en-US" altLang="en-US" sz="2800" b="1">
                <a:latin typeface="Calibri" panose="020F0502020204030204" pitchFamily="34" charset="0"/>
              </a:rPr>
              <a:t> : Let f(n) and g(n) be functions that map positive integers to positive real numbers. </a:t>
            </a:r>
          </a:p>
          <a:p>
            <a:pPr algn="just" eaLnBrk="1" hangingPunct="1">
              <a:buFont typeface="Wingdings" panose="05000000000000000000" pitchFamily="2" charset="2"/>
              <a:buChar char="§"/>
            </a:pPr>
            <a:r>
              <a:rPr lang="en-US" altLang="en-US" sz="2800" b="1">
                <a:latin typeface="Calibri" panose="020F0502020204030204" pitchFamily="34" charset="0"/>
              </a:rPr>
              <a:t> We say that f(n) is ο(g(n)) if for any real constant c &gt; 0, there exists an integer constant n0 ≥ 1 such that 0 ≤ f(n) &lt; c*g(n).</a:t>
            </a:r>
          </a:p>
        </p:txBody>
      </p:sp>
      <p:sp>
        <p:nvSpPr>
          <p:cNvPr id="11" name="Rectangle 10">
            <a:extLst>
              <a:ext uri="{FF2B5EF4-FFF2-40B4-BE49-F238E27FC236}">
                <a16:creationId xmlns:a16="http://schemas.microsoft.com/office/drawing/2014/main" id="{276222CF-0D7D-B0B6-DEB6-3976523B5D21}"/>
              </a:ext>
            </a:extLst>
          </p:cNvPr>
          <p:cNvSpPr/>
          <p:nvPr/>
        </p:nvSpPr>
        <p:spPr>
          <a:xfrm>
            <a:off x="8034868" y="3852334"/>
            <a:ext cx="3951817" cy="1384995"/>
          </a:xfrm>
          <a:prstGeom prst="rect">
            <a:avLst/>
          </a:prstGeom>
          <a:solidFill>
            <a:schemeClr val="tx2">
              <a:lumMod val="40000"/>
              <a:lumOff val="60000"/>
            </a:schemeClr>
          </a:solidFill>
        </p:spPr>
        <p:txBody>
          <a:bodyPr lIns="91440" tIns="45720" rIns="91440" bIns="45720">
            <a:spAutoFit/>
          </a:bodyPr>
          <a:lstStyle/>
          <a:p>
            <a:pPr>
              <a:defRPr/>
            </a:pPr>
            <a:r>
              <a:rPr lang="pt-BR" sz="2800" b="1" dirty="0"/>
              <a:t>f(n) = o(g(n)) means</a:t>
            </a:r>
            <a:br>
              <a:rPr lang="pt-BR" sz="2800" b="1" dirty="0"/>
            </a:br>
            <a:r>
              <a:rPr lang="pt-BR" sz="2800" b="1" dirty="0"/>
              <a:t>lim  f(n)/g(n) = 0</a:t>
            </a:r>
            <a:br>
              <a:rPr lang="pt-BR" sz="2800" b="1" dirty="0"/>
            </a:br>
            <a:r>
              <a:rPr lang="pt-BR" sz="2800" b="1" dirty="0"/>
              <a:t>n→∞</a:t>
            </a:r>
            <a:endParaRPr lang="en-US" sz="2800" b="1" dirty="0"/>
          </a:p>
        </p:txBody>
      </p:sp>
      <p:sp>
        <p:nvSpPr>
          <p:cNvPr id="10250" name="Rectangle 1">
            <a:extLst>
              <a:ext uri="{FF2B5EF4-FFF2-40B4-BE49-F238E27FC236}">
                <a16:creationId xmlns:a16="http://schemas.microsoft.com/office/drawing/2014/main" id="{4B3371DE-3F4C-C650-72F4-F259B7322839}"/>
              </a:ext>
            </a:extLst>
          </p:cNvPr>
          <p:cNvSpPr>
            <a:spLocks noChangeArrowheads="1"/>
          </p:cNvSpPr>
          <p:nvPr/>
        </p:nvSpPr>
        <p:spPr bwMode="auto">
          <a:xfrm>
            <a:off x="23285" y="5452989"/>
            <a:ext cx="117877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Char char="§"/>
            </a:pPr>
            <a:r>
              <a:rPr lang="en-US" altLang="en-US" sz="2400" b="1">
                <a:latin typeface="Calibri" panose="020F0502020204030204" pitchFamily="34" charset="0"/>
              </a:rPr>
              <a:t> </a:t>
            </a:r>
            <a:r>
              <a:rPr lang="en-US" altLang="en-US" sz="2800" b="1">
                <a:latin typeface="Calibri" panose="020F0502020204030204" pitchFamily="34" charset="0"/>
              </a:rPr>
              <a:t>Big-O is an inclusive upper bound, while little-o is a strict upper bound. </a:t>
            </a:r>
          </a:p>
        </p:txBody>
      </p:sp>
      <p:sp>
        <p:nvSpPr>
          <p:cNvPr id="2" name="Footer Placeholder 1">
            <a:extLst>
              <a:ext uri="{FF2B5EF4-FFF2-40B4-BE49-F238E27FC236}">
                <a16:creationId xmlns:a16="http://schemas.microsoft.com/office/drawing/2014/main" id="{F9139EA8-BFED-22A8-6221-D8DFD05BCA09}"/>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C12F3-CA7E-0AAC-D250-8CA9F50832AE}"/>
              </a:ext>
            </a:extLst>
          </p:cNvPr>
          <p:cNvSpPr>
            <a:spLocks noGrp="1"/>
          </p:cNvSpPr>
          <p:nvPr>
            <p:ph type="title"/>
          </p:nvPr>
        </p:nvSpPr>
        <p:spPr/>
        <p:txBody>
          <a:bodyPr lIns="91440" tIns="45720" rIns="91440" bIns="45720" anchor="t"/>
          <a:lstStyle/>
          <a:p>
            <a:r>
              <a:rPr lang="en-US" b="1" dirty="0">
                <a:ea typeface="Calibri Light"/>
                <a:cs typeface="Calibri Light"/>
              </a:rPr>
              <a:t>Summary</a:t>
            </a:r>
          </a:p>
        </p:txBody>
      </p:sp>
      <p:sp>
        <p:nvSpPr>
          <p:cNvPr id="3" name="Content Placeholder 2">
            <a:extLst>
              <a:ext uri="{FF2B5EF4-FFF2-40B4-BE49-F238E27FC236}">
                <a16:creationId xmlns:a16="http://schemas.microsoft.com/office/drawing/2014/main" id="{ACE89EEB-6A17-0B32-4094-D44AF259AE79}"/>
              </a:ext>
            </a:extLst>
          </p:cNvPr>
          <p:cNvSpPr>
            <a:spLocks noGrp="1"/>
          </p:cNvSpPr>
          <p:nvPr>
            <p:ph idx="1"/>
          </p:nvPr>
        </p:nvSpPr>
        <p:spPr>
          <a:xfrm>
            <a:off x="681625" y="1376776"/>
            <a:ext cx="10515600" cy="4351338"/>
          </a:xfrm>
        </p:spPr>
        <p:txBody>
          <a:bodyPr lIns="91440" tIns="45720" rIns="91440" bIns="45720" anchor="t"/>
          <a:lstStyle/>
          <a:p>
            <a:r>
              <a:rPr lang="en-US" b="1" dirty="0">
                <a:ea typeface="+mn-lt"/>
                <a:cs typeface="+mn-lt"/>
              </a:rPr>
              <a:t>In this session, we learned:</a:t>
            </a:r>
            <a:endParaRPr lang="en-US">
              <a:ea typeface="+mn-lt"/>
              <a:cs typeface="+mn-lt"/>
            </a:endParaRPr>
          </a:p>
          <a:p>
            <a:pPr lvl="1">
              <a:buFont typeface="Courier New" panose="020B0604020202020204" pitchFamily="34" charset="0"/>
              <a:buChar char="o"/>
            </a:pPr>
            <a:r>
              <a:rPr lang="en-US" sz="2800" dirty="0">
                <a:ea typeface="+mn-lt"/>
                <a:cs typeface="+mn-lt"/>
              </a:rPr>
              <a:t>Why actual running time is not reliable</a:t>
            </a:r>
          </a:p>
          <a:p>
            <a:pPr lvl="1">
              <a:buFont typeface="Courier New" panose="020B0604020202020204" pitchFamily="34" charset="0"/>
              <a:buChar char="o"/>
            </a:pPr>
            <a:r>
              <a:rPr lang="en-US" sz="2800" dirty="0">
                <a:ea typeface="+mn-lt"/>
                <a:cs typeface="+mn-lt"/>
              </a:rPr>
              <a:t>Role of </a:t>
            </a:r>
            <a:r>
              <a:rPr lang="en-US" sz="2800" b="1" dirty="0">
                <a:ea typeface="+mn-lt"/>
                <a:cs typeface="+mn-lt"/>
              </a:rPr>
              <a:t>asymptotic analysis</a:t>
            </a:r>
            <a:endParaRPr lang="en-US" sz="2800" dirty="0">
              <a:ea typeface="+mn-lt"/>
              <a:cs typeface="+mn-lt"/>
            </a:endParaRPr>
          </a:p>
          <a:p>
            <a:pPr lvl="1">
              <a:buFont typeface="Courier New" panose="020B0604020202020204" pitchFamily="34" charset="0"/>
              <a:buChar char="o"/>
            </a:pPr>
            <a:r>
              <a:rPr lang="en-US" sz="2800" dirty="0">
                <a:ea typeface="+mn-lt"/>
                <a:cs typeface="+mn-lt"/>
              </a:rPr>
              <a:t>Big-O as an </a:t>
            </a:r>
            <a:r>
              <a:rPr lang="en-US" sz="2800" b="1" dirty="0">
                <a:ea typeface="+mn-lt"/>
                <a:cs typeface="+mn-lt"/>
              </a:rPr>
              <a:t>upper bound</a:t>
            </a:r>
            <a:endParaRPr lang="en-US" sz="2800" dirty="0">
              <a:ea typeface="+mn-lt"/>
              <a:cs typeface="+mn-lt"/>
            </a:endParaRPr>
          </a:p>
          <a:p>
            <a:pPr lvl="1">
              <a:buFont typeface="Courier New" panose="020B0604020202020204" pitchFamily="34" charset="0"/>
              <a:buChar char="o"/>
            </a:pPr>
            <a:r>
              <a:rPr lang="en-US" sz="2800" dirty="0">
                <a:ea typeface="+mn-lt"/>
                <a:cs typeface="+mn-lt"/>
              </a:rPr>
              <a:t>Little-o as a </a:t>
            </a:r>
            <a:r>
              <a:rPr lang="en-US" sz="2800" b="1" dirty="0">
                <a:ea typeface="+mn-lt"/>
                <a:cs typeface="+mn-lt"/>
              </a:rPr>
              <a:t>strict upper bound</a:t>
            </a:r>
            <a:endParaRPr lang="en-US" sz="2800" dirty="0">
              <a:ea typeface="+mn-lt"/>
              <a:cs typeface="+mn-lt"/>
            </a:endParaRPr>
          </a:p>
          <a:p>
            <a:pPr lvl="1">
              <a:buFont typeface="Courier New" panose="020B0604020202020204" pitchFamily="34" charset="0"/>
              <a:buChar char="o"/>
            </a:pPr>
            <a:r>
              <a:rPr lang="en-US" sz="2800" dirty="0">
                <a:ea typeface="+mn-lt"/>
                <a:cs typeface="+mn-lt"/>
              </a:rPr>
              <a:t>Importance of focusing on </a:t>
            </a:r>
            <a:r>
              <a:rPr lang="en-US" sz="2800" b="1" dirty="0">
                <a:ea typeface="+mn-lt"/>
                <a:cs typeface="+mn-lt"/>
              </a:rPr>
              <a:t>growth rate</a:t>
            </a:r>
            <a:endParaRPr lang="en-US" sz="2800" dirty="0">
              <a:ea typeface="+mn-lt"/>
              <a:cs typeface="+mn-lt"/>
            </a:endParaRPr>
          </a:p>
          <a:p>
            <a:endParaRPr lang="en-US" dirty="0">
              <a:ea typeface="Calibri"/>
              <a:cs typeface="Calibri"/>
            </a:endParaRPr>
          </a:p>
          <a:p>
            <a:r>
              <a:rPr lang="en-US" b="1" dirty="0">
                <a:ea typeface="+mn-lt"/>
                <a:cs typeface="+mn-lt"/>
              </a:rPr>
              <a:t>Key takeaway:  </a:t>
            </a:r>
            <a:r>
              <a:rPr lang="en-US" dirty="0">
                <a:ea typeface="+mn-lt"/>
                <a:cs typeface="+mn-lt"/>
              </a:rPr>
              <a:t>Efficiency is about </a:t>
            </a:r>
            <a:r>
              <a:rPr lang="en-US" b="1" dirty="0">
                <a:ea typeface="+mn-lt"/>
                <a:cs typeface="+mn-lt"/>
              </a:rPr>
              <a:t>scaling</a:t>
            </a:r>
            <a:r>
              <a:rPr lang="en-US" dirty="0">
                <a:ea typeface="+mn-lt"/>
                <a:cs typeface="+mn-lt"/>
              </a:rPr>
              <a:t>, not speed.</a:t>
            </a:r>
            <a:endParaRPr lang="en-US" dirty="0">
              <a:ea typeface="Calibri"/>
              <a:cs typeface="Calibri"/>
            </a:endParaRPr>
          </a:p>
          <a:p>
            <a:endParaRPr lang="en-US" dirty="0">
              <a:ea typeface="Calibri"/>
              <a:cs typeface="Calibri"/>
            </a:endParaRPr>
          </a:p>
        </p:txBody>
      </p:sp>
      <p:sp>
        <p:nvSpPr>
          <p:cNvPr id="4" name="Footer Placeholder 3">
            <a:extLst>
              <a:ext uri="{FF2B5EF4-FFF2-40B4-BE49-F238E27FC236}">
                <a16:creationId xmlns:a16="http://schemas.microsoft.com/office/drawing/2014/main" id="{0A3C0D88-E6C8-E588-73E7-C2DBE892FD9F}"/>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7357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BBF3299F-3E6C-77FD-19F1-7BFD7F6153EF}"/>
              </a:ext>
            </a:extLst>
          </p:cNvPr>
          <p:cNvSpPr>
            <a:spLocks noGrp="1" noChangeArrowheads="1"/>
          </p:cNvSpPr>
          <p:nvPr>
            <p:ph idx="1"/>
          </p:nvPr>
        </p:nvSpPr>
        <p:spPr>
          <a:xfrm>
            <a:off x="290146" y="2019145"/>
            <a:ext cx="12075584" cy="2092881"/>
          </a:xfrm>
        </p:spPr>
        <p:txBody>
          <a:bodyPr lIns="91440" tIns="45720" rIns="91440" bIns="0" rtlCol="0" anchor="ctr">
            <a:spAutoFit/>
          </a:bodyPr>
          <a:lstStyle/>
          <a:p>
            <a:pPr>
              <a:buFont typeface="Arial"/>
              <a:buChar char="•"/>
              <a:defRPr/>
            </a:pPr>
            <a:r>
              <a:rPr lang="en-US" sz="2400" dirty="0">
                <a:solidFill>
                  <a:srgbClr val="000000"/>
                </a:solidFill>
                <a:ea typeface="+mn-lt"/>
                <a:cs typeface="+mn-lt"/>
              </a:rPr>
              <a:t>Is </a:t>
            </a:r>
            <a:r>
              <a:rPr lang="en-US" sz="2400" dirty="0">
                <a:solidFill>
                  <a:srgbClr val="000000"/>
                </a:solidFill>
                <a:latin typeface="Consolas"/>
                <a:ea typeface="Calibri"/>
                <a:cs typeface="Arial"/>
              </a:rPr>
              <a:t>3n + 5 = O(n)</a:t>
            </a:r>
            <a:r>
              <a:rPr lang="en-US" sz="2400" dirty="0">
                <a:solidFill>
                  <a:srgbClr val="000000"/>
                </a:solidFill>
                <a:ea typeface="+mn-lt"/>
                <a:cs typeface="+mn-lt"/>
              </a:rPr>
              <a:t>?</a:t>
            </a:r>
            <a:endParaRPr lang="en-US" dirty="0"/>
          </a:p>
          <a:p>
            <a:pPr>
              <a:buFont typeface="Arial"/>
              <a:buChar char="•"/>
              <a:defRPr/>
            </a:pPr>
            <a:r>
              <a:rPr lang="en-US" sz="2400" dirty="0">
                <a:solidFill>
                  <a:srgbClr val="000000"/>
                </a:solidFill>
                <a:ea typeface="+mn-lt"/>
                <a:cs typeface="+mn-lt"/>
              </a:rPr>
              <a:t>Is </a:t>
            </a:r>
            <a:r>
              <a:rPr lang="en-US" sz="2400" dirty="0">
                <a:solidFill>
                  <a:srgbClr val="000000"/>
                </a:solidFill>
                <a:latin typeface="Consolas"/>
                <a:ea typeface="Calibri"/>
                <a:cs typeface="Arial"/>
              </a:rPr>
              <a:t>n = o(n²)</a:t>
            </a:r>
            <a:r>
              <a:rPr lang="en-US" sz="2400" dirty="0">
                <a:solidFill>
                  <a:srgbClr val="000000"/>
                </a:solidFill>
                <a:ea typeface="+mn-lt"/>
                <a:cs typeface="+mn-lt"/>
              </a:rPr>
              <a:t>?</a:t>
            </a:r>
            <a:endParaRPr lang="en-US" dirty="0"/>
          </a:p>
          <a:p>
            <a:pPr>
              <a:buFont typeface="Arial"/>
              <a:buChar char="•"/>
              <a:defRPr/>
            </a:pPr>
            <a:r>
              <a:rPr lang="en-US" sz="2400" dirty="0">
                <a:solidFill>
                  <a:srgbClr val="000000"/>
                </a:solidFill>
                <a:ea typeface="+mn-lt"/>
                <a:cs typeface="+mn-lt"/>
              </a:rPr>
              <a:t>Is </a:t>
            </a:r>
            <a:r>
              <a:rPr lang="en-US" sz="2400" dirty="0">
                <a:solidFill>
                  <a:srgbClr val="000000"/>
                </a:solidFill>
                <a:latin typeface="Consolas"/>
                <a:ea typeface="Calibri"/>
                <a:cs typeface="Arial"/>
              </a:rPr>
              <a:t>n² = o(n²)</a:t>
            </a:r>
            <a:r>
              <a:rPr lang="en-US" sz="2400" dirty="0">
                <a:solidFill>
                  <a:srgbClr val="000000"/>
                </a:solidFill>
                <a:ea typeface="+mn-lt"/>
                <a:cs typeface="+mn-lt"/>
              </a:rPr>
              <a:t>?</a:t>
            </a:r>
            <a:endParaRPr lang="en-US" dirty="0"/>
          </a:p>
          <a:p>
            <a:pPr>
              <a:buFont typeface="Arial"/>
              <a:buChar char="•"/>
              <a:defRPr/>
            </a:pPr>
            <a:r>
              <a:rPr lang="en-US" sz="2400" dirty="0">
                <a:solidFill>
                  <a:srgbClr val="000000"/>
                </a:solidFill>
                <a:ea typeface="+mn-lt"/>
                <a:cs typeface="+mn-lt"/>
              </a:rPr>
              <a:t>Which grows faster: </a:t>
            </a:r>
            <a:r>
              <a:rPr lang="en-US" sz="2400" dirty="0" err="1">
                <a:solidFill>
                  <a:srgbClr val="000000"/>
                </a:solidFill>
                <a:latin typeface="Consolas"/>
                <a:ea typeface="Calibri"/>
                <a:cs typeface="Arial"/>
              </a:rPr>
              <a:t>logn</a:t>
            </a:r>
            <a:r>
              <a:rPr lang="en-US" sz="2400" dirty="0">
                <a:solidFill>
                  <a:srgbClr val="000000"/>
                </a:solidFill>
                <a:ea typeface="+mn-lt"/>
                <a:cs typeface="+mn-lt"/>
              </a:rPr>
              <a:t> or </a:t>
            </a:r>
            <a:r>
              <a:rPr lang="en-US" sz="2400" dirty="0">
                <a:solidFill>
                  <a:srgbClr val="000000"/>
                </a:solidFill>
                <a:latin typeface="Consolas"/>
                <a:ea typeface="Calibri"/>
                <a:cs typeface="Arial"/>
              </a:rPr>
              <a:t>n</a:t>
            </a:r>
            <a:r>
              <a:rPr lang="en-US" sz="2400" dirty="0">
                <a:solidFill>
                  <a:srgbClr val="000000"/>
                </a:solidFill>
                <a:ea typeface="+mn-lt"/>
                <a:cs typeface="+mn-lt"/>
              </a:rPr>
              <a:t>?</a:t>
            </a:r>
            <a:endParaRPr lang="en-US" dirty="0"/>
          </a:p>
          <a:p>
            <a:pPr marL="0" indent="0">
              <a:spcBef>
                <a:spcPct val="0"/>
              </a:spcBef>
              <a:buNone/>
              <a:defRPr/>
            </a:pPr>
            <a:endParaRPr lang="en-US" altLang="en-US" sz="2400" dirty="0">
              <a:solidFill>
                <a:srgbClr val="000000"/>
              </a:solidFill>
              <a:ea typeface="Calibri" pitchFamily="34" charset="0"/>
              <a:cs typeface="Arial" pitchFamily="34" charset="0"/>
            </a:endParaRPr>
          </a:p>
        </p:txBody>
      </p:sp>
      <p:sp>
        <p:nvSpPr>
          <p:cNvPr id="4" name="Rectangle 3">
            <a:extLst>
              <a:ext uri="{FF2B5EF4-FFF2-40B4-BE49-F238E27FC236}">
                <a16:creationId xmlns:a16="http://schemas.microsoft.com/office/drawing/2014/main" id="{B3CEE1D8-4B78-36C9-1E6C-6527AEC0643E}"/>
              </a:ext>
            </a:extLst>
          </p:cNvPr>
          <p:cNvSpPr/>
          <p:nvPr/>
        </p:nvSpPr>
        <p:spPr>
          <a:xfrm>
            <a:off x="0" y="1"/>
            <a:ext cx="6567854"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Test Your Knowledge</a:t>
            </a:r>
            <a:endParaRPr lang="en-US" sz="4000" b="1" dirty="0">
              <a:solidFill>
                <a:schemeClr val="tx1"/>
              </a:solidFill>
            </a:endParaRPr>
          </a:p>
        </p:txBody>
      </p:sp>
      <p:sp>
        <p:nvSpPr>
          <p:cNvPr id="2" name="Footer Placeholder 1">
            <a:extLst>
              <a:ext uri="{FF2B5EF4-FFF2-40B4-BE49-F238E27FC236}">
                <a16:creationId xmlns:a16="http://schemas.microsoft.com/office/drawing/2014/main" id="{36F57C23-AC41-CF72-B35E-10C9B73C84E3}"/>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A8C0-6B5B-6CED-4047-DA4F121C5BFB}"/>
            </a:ext>
          </a:extLst>
        </p:cNvPr>
        <p:cNvGrpSpPr/>
        <p:nvPr/>
      </p:nvGrpSpPr>
      <p:grpSpPr>
        <a:xfrm>
          <a:off x="0" y="0"/>
          <a:ext cx="0" cy="0"/>
          <a:chOff x="0" y="0"/>
          <a:chExt cx="0" cy="0"/>
        </a:xfrm>
      </p:grpSpPr>
      <p:sp>
        <p:nvSpPr>
          <p:cNvPr id="17410" name="Rectangle 1">
            <a:extLst>
              <a:ext uri="{FF2B5EF4-FFF2-40B4-BE49-F238E27FC236}">
                <a16:creationId xmlns:a16="http://schemas.microsoft.com/office/drawing/2014/main" id="{D22FA811-7F5D-F46F-3E15-11124C340857}"/>
              </a:ext>
            </a:extLst>
          </p:cNvPr>
          <p:cNvSpPr>
            <a:spLocks noGrp="1" noChangeArrowheads="1"/>
          </p:cNvSpPr>
          <p:nvPr>
            <p:ph idx="1"/>
          </p:nvPr>
        </p:nvSpPr>
        <p:spPr>
          <a:xfrm>
            <a:off x="290146" y="1546708"/>
            <a:ext cx="12075584" cy="3037755"/>
          </a:xfrm>
        </p:spPr>
        <p:txBody>
          <a:bodyPr bIns="0" rtlCol="0" anchor="ctr">
            <a:spAutoFit/>
          </a:bodyPr>
          <a:lstStyle/>
          <a:p>
            <a:pPr marL="0" indent="0">
              <a:spcBef>
                <a:spcPct val="0"/>
              </a:spcBef>
              <a:buNone/>
              <a:defRPr/>
            </a:pPr>
            <a:r>
              <a:rPr lang="en-US" altLang="en-US" sz="2400" dirty="0">
                <a:solidFill>
                  <a:srgbClr val="FF0000"/>
                </a:solidFill>
                <a:ea typeface="Times New Roman" pitchFamily="18" charset="0"/>
                <a:cs typeface="Arial" pitchFamily="34" charset="0"/>
              </a:rPr>
              <a:t>Q 1.</a:t>
            </a:r>
            <a:r>
              <a:rPr lang="en-US" altLang="en-US" sz="2400" dirty="0">
                <a:solidFill>
                  <a:srgbClr val="000000"/>
                </a:solidFill>
                <a:ea typeface="Times New Roman" pitchFamily="18" charset="0"/>
                <a:cs typeface="Arial" pitchFamily="34" charset="0"/>
              </a:rPr>
              <a:t> Consider the following three claims</a:t>
            </a:r>
            <a:endParaRPr lang="en-US" altLang="en-US" sz="2400" dirty="0">
              <a:ea typeface="Times New Roman" pitchFamily="18" charset="0"/>
              <a:cs typeface="Arial" pitchFamily="34" charset="0"/>
            </a:endParaRP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(n + k)</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 Θ(n</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where k and m are constants</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2n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 </a:t>
            </a:r>
            <a:endParaRPr lang="en-US" altLang="en-US" sz="2400" dirty="0">
              <a:ea typeface="Times New Roman" pitchFamily="18" charset="0"/>
              <a:cs typeface="Arial" pitchFamily="34" charset="0"/>
            </a:endParaRPr>
          </a:p>
          <a:p>
            <a:pPr marL="0" indent="0">
              <a:spcBef>
                <a:spcPct val="0"/>
              </a:spcBef>
              <a:buNone/>
              <a:defRPr/>
            </a:pPr>
            <a:r>
              <a:rPr lang="en-US" altLang="en-US" sz="2400" dirty="0">
                <a:solidFill>
                  <a:srgbClr val="000000"/>
                </a:solidFill>
                <a:ea typeface="Times New Roman" pitchFamily="18" charset="0"/>
                <a:cs typeface="Arial" pitchFamily="34" charset="0"/>
              </a:rPr>
              <a:t>Which of these claims are correct ?</a:t>
            </a:r>
            <a:endParaRPr lang="en-US" altLang="en-US" sz="2400" dirty="0">
              <a:solidFill>
                <a:srgbClr val="000000"/>
              </a:solidFill>
              <a:ea typeface="Calibri" pitchFamily="34" charset="0"/>
              <a:cs typeface="Arial" pitchFamily="34" charset="0"/>
            </a:endParaRPr>
          </a:p>
          <a:p>
            <a:pPr marL="0" indent="0">
              <a:spcBef>
                <a:spcPct val="0"/>
              </a:spcBef>
              <a:buNone/>
              <a:defRPr/>
            </a:pPr>
            <a:r>
              <a:rPr lang="en-US" altLang="en-US" sz="2400" dirty="0">
                <a:solidFill>
                  <a:srgbClr val="000000"/>
                </a:solidFill>
                <a:ea typeface="Calibri" pitchFamily="34" charset="0"/>
                <a:cs typeface="Arial" pitchFamily="34" charset="0"/>
              </a:rPr>
              <a:t>(A) 1 and 2</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(B) 1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(C) 2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(D) 1, 2, and 3</a:t>
            </a:r>
          </a:p>
        </p:txBody>
      </p:sp>
      <p:sp>
        <p:nvSpPr>
          <p:cNvPr id="4" name="Rectangle 3">
            <a:extLst>
              <a:ext uri="{FF2B5EF4-FFF2-40B4-BE49-F238E27FC236}">
                <a16:creationId xmlns:a16="http://schemas.microsoft.com/office/drawing/2014/main" id="{E1691CC0-C477-7D69-81CB-2C2BE8AD1A7D}"/>
              </a:ext>
            </a:extLst>
          </p:cNvPr>
          <p:cNvSpPr/>
          <p:nvPr/>
        </p:nvSpPr>
        <p:spPr>
          <a:xfrm>
            <a:off x="0" y="1"/>
            <a:ext cx="9709799"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Test Your Knowledge</a:t>
            </a:r>
            <a:r>
              <a:rPr lang="en-US" sz="4400" b="1" dirty="0">
                <a:solidFill>
                  <a:prstClr val="black"/>
                </a:solidFill>
                <a:latin typeface="Calibri Light" panose="020F0302020204030204"/>
                <a:ea typeface="+mj-ea"/>
                <a:cs typeface="+mj-cs"/>
              </a:rPr>
              <a:t>(Practice Questions</a:t>
            </a:r>
            <a:endParaRPr lang="en-US" sz="4000" b="1" dirty="0">
              <a:solidFill>
                <a:prstClr val="black"/>
              </a:solidFill>
            </a:endParaRPr>
          </a:p>
        </p:txBody>
      </p:sp>
      <p:sp>
        <p:nvSpPr>
          <p:cNvPr id="2" name="Footer Placeholder 1">
            <a:extLst>
              <a:ext uri="{FF2B5EF4-FFF2-40B4-BE49-F238E27FC236}">
                <a16:creationId xmlns:a16="http://schemas.microsoft.com/office/drawing/2014/main" id="{54D82B43-3DB9-E608-CD01-DEE190EFF7BD}"/>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1149966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723FC-8AE3-B7DB-0234-DF4FF5BAEF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95126AC-70E9-BBA8-F5ED-0EAEAC00E507}"/>
              </a:ext>
            </a:extLst>
          </p:cNvPr>
          <p:cNvSpPr/>
          <p:nvPr/>
        </p:nvSpPr>
        <p:spPr>
          <a:xfrm>
            <a:off x="0" y="1"/>
            <a:ext cx="6567854"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Test Your Knowledge</a:t>
            </a:r>
            <a:endParaRPr lang="en-US" sz="4000" b="1" dirty="0">
              <a:solidFill>
                <a:schemeClr val="tx1"/>
              </a:solidFill>
            </a:endParaRPr>
          </a:p>
        </p:txBody>
      </p:sp>
      <p:sp>
        <p:nvSpPr>
          <p:cNvPr id="5" name="Rectangle 4">
            <a:extLst>
              <a:ext uri="{FF2B5EF4-FFF2-40B4-BE49-F238E27FC236}">
                <a16:creationId xmlns:a16="http://schemas.microsoft.com/office/drawing/2014/main" id="{1BE8BD5B-F8C9-9553-4100-DEC85050B16C}"/>
              </a:ext>
            </a:extLst>
          </p:cNvPr>
          <p:cNvSpPr>
            <a:spLocks noChangeArrowheads="1"/>
          </p:cNvSpPr>
          <p:nvPr/>
        </p:nvSpPr>
        <p:spPr bwMode="auto">
          <a:xfrm>
            <a:off x="991903" y="1355319"/>
            <a:ext cx="932147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solidFill>
                  <a:srgbClr val="FF0000"/>
                </a:solidFill>
              </a:rPr>
              <a:t>Answer: (A) </a:t>
            </a:r>
            <a:br>
              <a:rPr lang="en-US" altLang="en-US" sz="2400" b="1" dirty="0">
                <a:solidFill>
                  <a:srgbClr val="FF0000"/>
                </a:solidFill>
              </a:rPr>
            </a:br>
            <a:r>
              <a:rPr lang="en-US" altLang="en-US" sz="2400" b="1" dirty="0"/>
              <a:t>Explanation: </a:t>
            </a:r>
            <a:r>
              <a:rPr lang="en-US" altLang="en-US" sz="2400" dirty="0"/>
              <a:t>(n + k)</a:t>
            </a:r>
            <a:r>
              <a:rPr lang="en-US" altLang="en-US" sz="2400" baseline="30000" dirty="0"/>
              <a:t>m</a:t>
            </a:r>
            <a:r>
              <a:rPr lang="en-US" altLang="en-US" sz="2400" dirty="0"/>
              <a:t> and Θ(n</a:t>
            </a:r>
            <a:r>
              <a:rPr lang="en-US" altLang="en-US" sz="2400" baseline="30000" dirty="0"/>
              <a:t>m</a:t>
            </a:r>
            <a:r>
              <a:rPr lang="en-US" altLang="en-US" sz="2400" dirty="0"/>
              <a:t>) are asymptotically same as theta notation can always be written by taking the leading order term in a polynomial expression.</a:t>
            </a:r>
            <a:endParaRPr lang="en-IN" altLang="en-US" sz="2400" dirty="0"/>
          </a:p>
          <a:p>
            <a:pPr eaLnBrk="1" hangingPunct="1"/>
            <a:r>
              <a:rPr lang="en-US" altLang="en-US" sz="2400" dirty="0"/>
              <a:t>2</a:t>
            </a:r>
            <a:r>
              <a:rPr lang="en-US" altLang="en-US" sz="2400" baseline="30000" dirty="0"/>
              <a:t>n + 1</a:t>
            </a:r>
            <a:r>
              <a:rPr lang="en-US" altLang="en-US" sz="2400" dirty="0"/>
              <a:t> and O(2</a:t>
            </a:r>
            <a:r>
              <a:rPr lang="en-US" altLang="en-US" sz="2400" baseline="30000" dirty="0"/>
              <a:t>n</a:t>
            </a:r>
            <a:r>
              <a:rPr lang="en-US" altLang="en-US" sz="2400" dirty="0"/>
              <a:t>) are also asymptotically same as 2</a:t>
            </a:r>
            <a:r>
              <a:rPr lang="en-US" altLang="en-US" sz="2400" baseline="30000" dirty="0"/>
              <a:t>n + 1</a:t>
            </a:r>
            <a:r>
              <a:rPr lang="en-US" altLang="en-US" sz="2400" dirty="0"/>
              <a:t> can be written as 2 * 2</a:t>
            </a:r>
            <a:r>
              <a:rPr lang="en-US" altLang="en-US" sz="2400" baseline="30000" dirty="0"/>
              <a:t>n</a:t>
            </a:r>
            <a:r>
              <a:rPr lang="en-US" altLang="en-US" sz="2400" dirty="0"/>
              <a:t> and constant multiplication/addition doesn’t matter in theta notation.</a:t>
            </a:r>
            <a:endParaRPr lang="en-IN" altLang="en-US" sz="2400" dirty="0"/>
          </a:p>
          <a:p>
            <a:pPr eaLnBrk="1" hangingPunct="1"/>
            <a:r>
              <a:rPr lang="en-US" altLang="en-US" sz="2400" dirty="0"/>
              <a:t>2</a:t>
            </a:r>
            <a:r>
              <a:rPr lang="en-US" altLang="en-US" sz="2400" baseline="30000" dirty="0"/>
              <a:t>2n + 1</a:t>
            </a:r>
            <a:r>
              <a:rPr lang="en-US" altLang="en-US" sz="2400" dirty="0"/>
              <a:t> and O(2</a:t>
            </a:r>
            <a:r>
              <a:rPr lang="en-US" altLang="en-US" sz="2400" baseline="30000" dirty="0"/>
              <a:t>n</a:t>
            </a:r>
            <a:r>
              <a:rPr lang="en-US" altLang="en-US" sz="2400" dirty="0"/>
              <a:t>) are not same as constant is in power.</a:t>
            </a:r>
          </a:p>
        </p:txBody>
      </p:sp>
      <p:sp>
        <p:nvSpPr>
          <p:cNvPr id="2" name="Footer Placeholder 1">
            <a:extLst>
              <a:ext uri="{FF2B5EF4-FFF2-40B4-BE49-F238E27FC236}">
                <a16:creationId xmlns:a16="http://schemas.microsoft.com/office/drawing/2014/main" id="{07925EB7-D0AB-83D2-DCD3-F9029A31D986}"/>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906567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EBF5C1-7F97-4B18-30B6-497E9CB2D099}"/>
              </a:ext>
            </a:extLst>
          </p:cNvPr>
          <p:cNvSpPr/>
          <p:nvPr/>
        </p:nvSpPr>
        <p:spPr>
          <a:xfrm>
            <a:off x="87923" y="193431"/>
            <a:ext cx="6084277" cy="85285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Test Your Knowledge</a:t>
            </a:r>
            <a:endParaRPr lang="en-US" sz="4000" b="1" dirty="0">
              <a:solidFill>
                <a:schemeClr val="tx1"/>
              </a:solidFill>
            </a:endParaRPr>
          </a:p>
        </p:txBody>
      </p:sp>
      <p:sp>
        <p:nvSpPr>
          <p:cNvPr id="3" name="TextBox 2">
            <a:extLst>
              <a:ext uri="{FF2B5EF4-FFF2-40B4-BE49-F238E27FC236}">
                <a16:creationId xmlns:a16="http://schemas.microsoft.com/office/drawing/2014/main" id="{05D9A311-DC2A-B545-C853-753C3E5009AD}"/>
              </a:ext>
            </a:extLst>
          </p:cNvPr>
          <p:cNvSpPr txBox="1"/>
          <p:nvPr/>
        </p:nvSpPr>
        <p:spPr>
          <a:xfrm>
            <a:off x="503359" y="1380365"/>
            <a:ext cx="10829926" cy="5693866"/>
          </a:xfrm>
          <a:prstGeom prst="rect">
            <a:avLst/>
          </a:prstGeom>
          <a:noFill/>
        </p:spPr>
        <p:txBody>
          <a:bodyPr wrap="square">
            <a:spAutoFit/>
          </a:bodyPr>
          <a:lstStyle/>
          <a:p>
            <a:pPr>
              <a:buNone/>
              <a:defRPr/>
            </a:pPr>
            <a:r>
              <a:rPr lang="en-US" sz="2800" b="1" dirty="0">
                <a:solidFill>
                  <a:srgbClr val="FF0000"/>
                </a:solidFill>
              </a:rPr>
              <a:t>Q-2) </a:t>
            </a:r>
            <a:r>
              <a:rPr lang="en-US" sz="2800" dirty="0"/>
              <a:t>Is 3 log n + 100 = O(log n)? </a:t>
            </a:r>
          </a:p>
          <a:p>
            <a:pPr>
              <a:buNone/>
              <a:defRPr/>
            </a:pPr>
            <a:endParaRPr lang="en-US" sz="2800" dirty="0"/>
          </a:p>
          <a:p>
            <a:pPr>
              <a:buNone/>
              <a:defRPr/>
            </a:pPr>
            <a:r>
              <a:rPr lang="en-US" sz="2800" b="1" dirty="0">
                <a:solidFill>
                  <a:srgbClr val="FF0000"/>
                </a:solidFill>
              </a:rPr>
              <a:t>Q-3) </a:t>
            </a:r>
            <a:r>
              <a:rPr lang="en-US" sz="2800" b="1" dirty="0"/>
              <a:t>If f(n) = 3*n^2 and g(n) = n , then f(n)= O(g(n))?</a:t>
            </a:r>
          </a:p>
          <a:p>
            <a:pPr>
              <a:buNone/>
              <a:defRPr/>
            </a:pPr>
            <a:endParaRPr lang="en-US" sz="2800" b="1" dirty="0"/>
          </a:p>
          <a:p>
            <a:pPr algn="just">
              <a:defRPr/>
            </a:pPr>
            <a:r>
              <a:rPr lang="en-US" sz="2800" b="1" dirty="0">
                <a:solidFill>
                  <a:srgbClr val="FF0000"/>
                </a:solidFill>
              </a:rPr>
              <a:t>Q-4) </a:t>
            </a:r>
            <a:r>
              <a:rPr lang="en-US" sz="2800" b="1" dirty="0"/>
              <a:t>Suppose you have algorithms with the five running times listed below. How much slower do each of these algorithms get when you (a) double the input size, or (b) increase the input size by one? </a:t>
            </a:r>
          </a:p>
          <a:p>
            <a:pPr algn="just" eaLnBrk="0" hangingPunct="0">
              <a:defRPr/>
            </a:pPr>
            <a:r>
              <a:rPr lang="en-US" sz="2800" b="1" dirty="0"/>
              <a:t>1. n2 ; </a:t>
            </a:r>
          </a:p>
          <a:p>
            <a:pPr algn="just" eaLnBrk="0" hangingPunct="0">
              <a:defRPr/>
            </a:pPr>
            <a:r>
              <a:rPr lang="en-US" sz="2800" b="1" dirty="0"/>
              <a:t>2. n3 ; </a:t>
            </a:r>
          </a:p>
          <a:p>
            <a:pPr algn="just" eaLnBrk="0" hangingPunct="0">
              <a:defRPr/>
            </a:pPr>
            <a:r>
              <a:rPr lang="en-US" sz="2800" b="1" dirty="0"/>
              <a:t>3. 100n2 ; </a:t>
            </a:r>
          </a:p>
          <a:p>
            <a:pPr algn="just" eaLnBrk="0" hangingPunct="0">
              <a:defRPr/>
            </a:pPr>
            <a:r>
              <a:rPr lang="en-US" sz="2800" b="1" dirty="0"/>
              <a:t>4. </a:t>
            </a:r>
            <a:r>
              <a:rPr lang="en-US" sz="2800" b="1" dirty="0" err="1"/>
              <a:t>nlog</a:t>
            </a:r>
            <a:r>
              <a:rPr lang="en-US" sz="2800" b="1" dirty="0"/>
              <a:t>(n); </a:t>
            </a:r>
          </a:p>
          <a:p>
            <a:pPr algn="just" eaLnBrk="0" hangingPunct="0">
              <a:defRPr/>
            </a:pPr>
            <a:r>
              <a:rPr lang="en-US" sz="2800" b="1" dirty="0"/>
              <a:t>5. 2n</a:t>
            </a:r>
          </a:p>
          <a:p>
            <a:pPr algn="just" eaLnBrk="0" hangingPunct="0">
              <a:defRPr/>
            </a:pPr>
            <a:endParaRPr lang="en-US" sz="2800" b="1" dirty="0">
              <a:solidFill>
                <a:srgbClr val="FF0000"/>
              </a:solidFill>
            </a:endParaRPr>
          </a:p>
        </p:txBody>
      </p:sp>
      <p:sp>
        <p:nvSpPr>
          <p:cNvPr id="2" name="Footer Placeholder 1">
            <a:extLst>
              <a:ext uri="{FF2B5EF4-FFF2-40B4-BE49-F238E27FC236}">
                <a16:creationId xmlns:a16="http://schemas.microsoft.com/office/drawing/2014/main" id="{230382AF-9BED-CFD9-9F52-69F6BF3BE998}"/>
              </a:ext>
            </a:extLst>
          </p:cNvPr>
          <p:cNvSpPr>
            <a:spLocks noGrp="1"/>
          </p:cNvSpPr>
          <p:nvPr>
            <p:ph type="ftr" sz="quarter" idx="11"/>
          </p:nvPr>
        </p:nvSpPr>
        <p:spPr/>
        <p:txBody>
          <a:bodyPr/>
          <a:lstStyle/>
          <a:p>
            <a:r>
              <a:rPr lang="en-IN"/>
              <a:t>Dr. Vandna Batra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B2631-3605-0BCC-8846-DDB7106BC6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67B6311-F62D-7E2A-A544-339FF1B754B2}"/>
              </a:ext>
            </a:extLst>
          </p:cNvPr>
          <p:cNvSpPr/>
          <p:nvPr/>
        </p:nvSpPr>
        <p:spPr>
          <a:xfrm>
            <a:off x="0" y="176708"/>
            <a:ext cx="6910581" cy="93991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Test Your Knowledge</a:t>
            </a:r>
            <a:endParaRPr lang="en-US" sz="4000" b="1" dirty="0">
              <a:solidFill>
                <a:schemeClr val="tx1"/>
              </a:solidFill>
            </a:endParaRPr>
          </a:p>
        </p:txBody>
      </p:sp>
      <p:sp>
        <p:nvSpPr>
          <p:cNvPr id="3" name="TextBox 2">
            <a:extLst>
              <a:ext uri="{FF2B5EF4-FFF2-40B4-BE49-F238E27FC236}">
                <a16:creationId xmlns:a16="http://schemas.microsoft.com/office/drawing/2014/main" id="{BB7EA5CF-9B9F-70CE-4324-B9707822E7C6}"/>
              </a:ext>
            </a:extLst>
          </p:cNvPr>
          <p:cNvSpPr txBox="1"/>
          <p:nvPr/>
        </p:nvSpPr>
        <p:spPr>
          <a:xfrm>
            <a:off x="503359" y="1380365"/>
            <a:ext cx="9133010" cy="3108543"/>
          </a:xfrm>
          <a:prstGeom prst="rect">
            <a:avLst/>
          </a:prstGeom>
          <a:noFill/>
        </p:spPr>
        <p:txBody>
          <a:bodyPr wrap="square" lIns="91440" tIns="45720" rIns="91440" bIns="45720" anchor="t">
            <a:spAutoFit/>
          </a:bodyPr>
          <a:lstStyle/>
          <a:p>
            <a:pPr algn="just" eaLnBrk="0" hangingPunct="0">
              <a:defRPr/>
            </a:pPr>
            <a:r>
              <a:rPr lang="pt-BR" sz="2800" b="1" dirty="0">
                <a:solidFill>
                  <a:srgbClr val="FF0000"/>
                </a:solidFill>
              </a:rPr>
              <a:t>Q 3. </a:t>
            </a:r>
            <a:r>
              <a:rPr lang="pt-BR" sz="2800" b="1" dirty="0"/>
              <a:t>If f(n) = n+2, Can we write f(n)=O(</a:t>
            </a:r>
            <a:r>
              <a:rPr lang="en-IN" altLang="en-US" sz="2800" b="1" dirty="0"/>
              <a:t>n</a:t>
            </a:r>
            <a:r>
              <a:rPr lang="en-IN" altLang="en-US" sz="2800" b="1" baseline="30000" dirty="0"/>
              <a:t>2</a:t>
            </a:r>
            <a:r>
              <a:rPr lang="pt-BR" sz="2800" b="1" baseline="30000" dirty="0"/>
              <a:t>)</a:t>
            </a:r>
            <a:r>
              <a:rPr lang="pt-BR" sz="2800" b="1" dirty="0"/>
              <a:t> ?</a:t>
            </a:r>
          </a:p>
          <a:p>
            <a:pPr algn="just" eaLnBrk="0" hangingPunct="0">
              <a:defRPr/>
            </a:pPr>
            <a:endParaRPr lang="en-IN" sz="2800" b="1" dirty="0">
              <a:solidFill>
                <a:srgbClr val="FF0000"/>
              </a:solidFill>
            </a:endParaRPr>
          </a:p>
          <a:p>
            <a:pPr algn="just" eaLnBrk="0" hangingPunct="0">
              <a:defRPr/>
            </a:pPr>
            <a:r>
              <a:rPr lang="en-IN" sz="2800" b="1" dirty="0">
                <a:solidFill>
                  <a:srgbClr val="FF0000"/>
                </a:solidFill>
              </a:rPr>
              <a:t>Q 4. </a:t>
            </a:r>
            <a:r>
              <a:rPr lang="en-IN" sz="2800" b="1" dirty="0"/>
              <a:t>f(n) = 3n</a:t>
            </a:r>
            <a:r>
              <a:rPr lang="en-IN" sz="2800" b="1" baseline="30000" dirty="0"/>
              <a:t>2 </a:t>
            </a:r>
            <a:r>
              <a:rPr lang="en-IN" sz="2800" b="1" dirty="0"/>
              <a:t>+ 4n + 1. Show f(n) is O(n</a:t>
            </a:r>
            <a:r>
              <a:rPr lang="en-IN" sz="2800" b="1" baseline="30000" dirty="0"/>
              <a:t>2</a:t>
            </a:r>
            <a:r>
              <a:rPr lang="en-IN" sz="2800" b="1" dirty="0"/>
              <a:t>) </a:t>
            </a:r>
          </a:p>
          <a:p>
            <a:pPr algn="just" eaLnBrk="0" hangingPunct="0">
              <a:defRPr/>
            </a:pPr>
            <a:endParaRPr lang="en-IN" sz="2800" b="1" dirty="0">
              <a:solidFill>
                <a:srgbClr val="FF0000"/>
              </a:solidFill>
            </a:endParaRPr>
          </a:p>
          <a:p>
            <a:pPr eaLnBrk="0" hangingPunct="0">
              <a:defRPr/>
            </a:pPr>
            <a:r>
              <a:rPr lang="en-IN" sz="2800" b="1" dirty="0">
                <a:solidFill>
                  <a:srgbClr val="FF0000"/>
                </a:solidFill>
              </a:rPr>
              <a:t>Q 5. </a:t>
            </a:r>
            <a:r>
              <a:rPr lang="en-US" altLang="en-US" sz="2800" b="1" dirty="0"/>
              <a:t>f(n) = 10n + 5 and g(n) = n show that f(n) is O(g(n)) </a:t>
            </a:r>
          </a:p>
          <a:p>
            <a:pPr>
              <a:buNone/>
              <a:defRPr/>
            </a:pPr>
            <a:r>
              <a:rPr lang="en-US" sz="2800" b="1" dirty="0">
                <a:solidFill>
                  <a:srgbClr val="FF0000"/>
                </a:solidFill>
              </a:rPr>
              <a:t> </a:t>
            </a:r>
          </a:p>
          <a:p>
            <a:pPr algn="just" eaLnBrk="0" hangingPunct="0">
              <a:defRPr/>
            </a:pPr>
            <a:endParaRPr lang="en-US" sz="2800" b="1" dirty="0">
              <a:solidFill>
                <a:srgbClr val="FF0000"/>
              </a:solidFill>
            </a:endParaRPr>
          </a:p>
        </p:txBody>
      </p:sp>
      <p:sp>
        <p:nvSpPr>
          <p:cNvPr id="2" name="Footer Placeholder 1">
            <a:extLst>
              <a:ext uri="{FF2B5EF4-FFF2-40B4-BE49-F238E27FC236}">
                <a16:creationId xmlns:a16="http://schemas.microsoft.com/office/drawing/2014/main" id="{1C59696D-5B97-D7D0-48D6-1690B6FEC629}"/>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57338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FF1AE-C863-2553-8142-552B4F6ED0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D2BF28-F284-A6F3-D937-3B32BA99DF91}"/>
              </a:ext>
            </a:extLst>
          </p:cNvPr>
          <p:cNvSpPr/>
          <p:nvPr/>
        </p:nvSpPr>
        <p:spPr>
          <a:xfrm>
            <a:off x="0" y="176708"/>
            <a:ext cx="6910581" cy="93991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Test Your Knowledge</a:t>
            </a:r>
            <a:endParaRPr lang="en-US" sz="4000" b="1" dirty="0">
              <a:solidFill>
                <a:schemeClr val="tx1"/>
              </a:solidFill>
            </a:endParaRPr>
          </a:p>
        </p:txBody>
      </p:sp>
      <p:sp>
        <p:nvSpPr>
          <p:cNvPr id="3" name="TextBox 2">
            <a:extLst>
              <a:ext uri="{FF2B5EF4-FFF2-40B4-BE49-F238E27FC236}">
                <a16:creationId xmlns:a16="http://schemas.microsoft.com/office/drawing/2014/main" id="{8C24670D-F14C-5F71-F2BC-BB2EAB751C38}"/>
              </a:ext>
            </a:extLst>
          </p:cNvPr>
          <p:cNvSpPr txBox="1"/>
          <p:nvPr/>
        </p:nvSpPr>
        <p:spPr>
          <a:xfrm>
            <a:off x="503359" y="1380365"/>
            <a:ext cx="9133010" cy="3539430"/>
          </a:xfrm>
          <a:prstGeom prst="rect">
            <a:avLst/>
          </a:prstGeom>
          <a:noFill/>
        </p:spPr>
        <p:txBody>
          <a:bodyPr wrap="square">
            <a:spAutoFit/>
          </a:bodyPr>
          <a:lstStyle/>
          <a:p>
            <a:pPr algn="just" eaLnBrk="1" fontAlgn="auto" hangingPunct="1">
              <a:spcAft>
                <a:spcPts val="0"/>
              </a:spcAft>
              <a:buFont typeface="Arial" panose="020B0604020202020204" pitchFamily="34" charset="0"/>
              <a:buNone/>
              <a:defRPr/>
            </a:pPr>
            <a:r>
              <a:rPr lang="en-US" sz="2800" b="1" dirty="0"/>
              <a:t>State True or False</a:t>
            </a:r>
          </a:p>
          <a:p>
            <a:pPr algn="just" eaLnBrk="1" fontAlgn="auto" hangingPunct="1">
              <a:spcAft>
                <a:spcPts val="0"/>
              </a:spcAft>
              <a:buFont typeface="Arial" panose="020B0604020202020204" pitchFamily="34" charset="0"/>
              <a:buNone/>
              <a:defRPr/>
            </a:pPr>
            <a:endParaRPr lang="en-US" sz="2800" b="1" dirty="0"/>
          </a:p>
          <a:p>
            <a:pPr marL="0" indent="0" eaLnBrk="1" fontAlgn="auto" hangingPunct="1">
              <a:spcAft>
                <a:spcPts val="0"/>
              </a:spcAft>
              <a:buClr>
                <a:schemeClr val="accent3"/>
              </a:buClr>
              <a:buFont typeface="Arial" panose="020B0604020202020204" pitchFamily="34" charset="0"/>
              <a:buNone/>
              <a:defRPr/>
            </a:pPr>
            <a:r>
              <a:rPr lang="pt-BR" sz="2800" b="1" dirty="0">
                <a:solidFill>
                  <a:srgbClr val="FF0000"/>
                </a:solidFill>
              </a:rPr>
              <a:t>Q.6. </a:t>
            </a:r>
            <a:r>
              <a:rPr lang="pt-BR" sz="2800" dirty="0"/>
              <a:t>3n^2 + 10 n log n = O(n log n) </a:t>
            </a:r>
          </a:p>
          <a:p>
            <a:pPr marL="0" indent="0" eaLnBrk="1" fontAlgn="auto" hangingPunct="1">
              <a:spcAft>
                <a:spcPts val="0"/>
              </a:spcAft>
              <a:buClr>
                <a:schemeClr val="accent3"/>
              </a:buClr>
              <a:buFont typeface="Arial" panose="020B0604020202020204" pitchFamily="34" charset="0"/>
              <a:buNone/>
              <a:defRPr/>
            </a:pPr>
            <a:r>
              <a:rPr lang="pt-BR" sz="2800" b="1" dirty="0">
                <a:solidFill>
                  <a:srgbClr val="FF0000"/>
                </a:solidFill>
              </a:rPr>
              <a:t>Q.7. </a:t>
            </a:r>
            <a:r>
              <a:rPr lang="pt-BR" sz="2800" dirty="0"/>
              <a:t>3 n^2 + 10 n log n = Omega(n^2) </a:t>
            </a:r>
          </a:p>
          <a:p>
            <a:pPr marL="0" indent="0" eaLnBrk="1" fontAlgn="auto" hangingPunct="1">
              <a:spcAft>
                <a:spcPts val="0"/>
              </a:spcAft>
              <a:buClr>
                <a:schemeClr val="accent3"/>
              </a:buClr>
              <a:buFont typeface="Arial" panose="020B0604020202020204" pitchFamily="34" charset="0"/>
              <a:buNone/>
              <a:defRPr/>
            </a:pPr>
            <a:r>
              <a:rPr lang="pt-BR" sz="2800" b="1" dirty="0">
                <a:solidFill>
                  <a:srgbClr val="FF0000"/>
                </a:solidFill>
              </a:rPr>
              <a:t>Q.18. </a:t>
            </a:r>
            <a:r>
              <a:rPr lang="pt-BR" sz="2800" dirty="0"/>
              <a:t>3 n^2 + 10 n log n = Theta(n^2)</a:t>
            </a:r>
          </a:p>
          <a:p>
            <a:pPr marL="0" indent="0" eaLnBrk="1" fontAlgn="auto" hangingPunct="1">
              <a:spcAft>
                <a:spcPts val="0"/>
              </a:spcAft>
              <a:buClr>
                <a:schemeClr val="accent3"/>
              </a:buClr>
              <a:buFont typeface="Arial" panose="020B0604020202020204" pitchFamily="34" charset="0"/>
              <a:buNone/>
              <a:defRPr/>
            </a:pPr>
            <a:endParaRPr lang="pt-BR" sz="2800" b="1" dirty="0"/>
          </a:p>
          <a:p>
            <a:pPr>
              <a:buNone/>
              <a:defRPr/>
            </a:pPr>
            <a:r>
              <a:rPr lang="en-US" sz="2800" b="1" dirty="0">
                <a:solidFill>
                  <a:srgbClr val="FF0000"/>
                </a:solidFill>
              </a:rPr>
              <a:t> </a:t>
            </a:r>
          </a:p>
          <a:p>
            <a:pPr algn="just" eaLnBrk="0" hangingPunct="0">
              <a:defRPr/>
            </a:pPr>
            <a:endParaRPr lang="en-US" sz="2800" b="1" dirty="0">
              <a:solidFill>
                <a:srgbClr val="FF0000"/>
              </a:solidFill>
            </a:endParaRPr>
          </a:p>
        </p:txBody>
      </p:sp>
      <p:sp>
        <p:nvSpPr>
          <p:cNvPr id="2" name="Footer Placeholder 1">
            <a:extLst>
              <a:ext uri="{FF2B5EF4-FFF2-40B4-BE49-F238E27FC236}">
                <a16:creationId xmlns:a16="http://schemas.microsoft.com/office/drawing/2014/main" id="{6FB554A9-701F-96D4-CE7B-CABA277A14AC}"/>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2137532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99D7-5395-60C8-A521-96DC9B98D9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057F4D-9B66-D490-026C-68BC65E7AC92}"/>
              </a:ext>
            </a:extLst>
          </p:cNvPr>
          <p:cNvSpPr/>
          <p:nvPr/>
        </p:nvSpPr>
        <p:spPr>
          <a:xfrm>
            <a:off x="0" y="176708"/>
            <a:ext cx="9636369" cy="93991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References</a:t>
            </a:r>
            <a:endParaRPr lang="en-US" sz="4000" b="1" dirty="0">
              <a:solidFill>
                <a:schemeClr val="tx1"/>
              </a:solidFill>
            </a:endParaRPr>
          </a:p>
        </p:txBody>
      </p:sp>
      <p:sp>
        <p:nvSpPr>
          <p:cNvPr id="3" name="TextBox 2">
            <a:extLst>
              <a:ext uri="{FF2B5EF4-FFF2-40B4-BE49-F238E27FC236}">
                <a16:creationId xmlns:a16="http://schemas.microsoft.com/office/drawing/2014/main" id="{E4839C75-5155-5210-6769-5F166DA78804}"/>
              </a:ext>
            </a:extLst>
          </p:cNvPr>
          <p:cNvSpPr txBox="1"/>
          <p:nvPr/>
        </p:nvSpPr>
        <p:spPr>
          <a:xfrm>
            <a:off x="503359" y="1380365"/>
            <a:ext cx="9133010" cy="5647700"/>
          </a:xfrm>
          <a:prstGeom prst="rect">
            <a:avLst/>
          </a:prstGeom>
          <a:noFill/>
        </p:spPr>
        <p:txBody>
          <a:bodyPr wrap="square">
            <a:spAutoFit/>
          </a:bodyPr>
          <a:lstStyle/>
          <a:p>
            <a:pPr marL="265113" lvl="0" indent="-265113" eaLnBrk="0" fontAlgn="base" hangingPunct="0">
              <a:lnSpc>
                <a:spcPct val="100000"/>
              </a:lnSpc>
              <a:spcBef>
                <a:spcPts val="600"/>
              </a:spcBef>
              <a:spcAft>
                <a:spcPct val="0"/>
              </a:spcAft>
              <a:buFontTx/>
              <a:buChar char="•"/>
            </a:pPr>
            <a:r>
              <a:rPr lang="en-US" altLang="en-US" sz="1600" b="1" dirty="0"/>
              <a:t>Textbooks</a:t>
            </a:r>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err="1"/>
              <a:t>Cormen</a:t>
            </a:r>
            <a:r>
              <a:rPr lang="en-US" altLang="en-US" sz="1600" b="1" dirty="0"/>
              <a:t>, </a:t>
            </a:r>
            <a:r>
              <a:rPr lang="en-US" altLang="en-US" sz="1600" b="1" dirty="0" err="1"/>
              <a:t>Leiserson</a:t>
            </a:r>
            <a:r>
              <a:rPr lang="en-US" altLang="en-US" sz="1600" b="1" dirty="0"/>
              <a:t>, Rivest, Stein (CLRS)</a:t>
            </a:r>
            <a:r>
              <a:rPr lang="en-US" altLang="en-US" sz="1600" dirty="0"/>
              <a:t> – </a:t>
            </a:r>
            <a:r>
              <a:rPr lang="en-US" altLang="en-US" sz="1600" i="1" dirty="0"/>
              <a:t>Introduction to Algorithms</a:t>
            </a:r>
            <a:r>
              <a:rPr lang="en-US" altLang="en-US" sz="1600" dirty="0"/>
              <a:t>, Chapter on Asymptotic Notation</a:t>
            </a:r>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a:t>Ellis Horowitz, Sartaj Sahni</a:t>
            </a:r>
            <a:r>
              <a:rPr lang="en-US" altLang="en-US" sz="1600" dirty="0"/>
              <a:t> – </a:t>
            </a:r>
            <a:r>
              <a:rPr lang="en-US" altLang="en-US" sz="1600" i="1" dirty="0"/>
              <a:t>Fundamentals of Computer Algorithms</a:t>
            </a:r>
            <a:endParaRPr lang="en-US" altLang="en-US" sz="1600" dirty="0"/>
          </a:p>
          <a:p>
            <a:pPr marL="265113" lvl="0" indent="-265113" eaLnBrk="0" fontAlgn="base" hangingPunct="0">
              <a:lnSpc>
                <a:spcPct val="100000"/>
              </a:lnSpc>
              <a:spcBef>
                <a:spcPts val="600"/>
              </a:spcBef>
              <a:spcAft>
                <a:spcPct val="0"/>
              </a:spcAft>
              <a:buFontTx/>
              <a:buChar char="•"/>
            </a:pPr>
            <a:r>
              <a:rPr lang="en-US" altLang="en-US" sz="1600" b="1" dirty="0"/>
              <a:t>Online Resources</a:t>
            </a:r>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err="1"/>
              <a:t>GeeksforGeeks</a:t>
            </a:r>
            <a:r>
              <a:rPr lang="en-US" altLang="en-US" sz="1600" b="1" dirty="0"/>
              <a:t> – Asymptotic Analysis</a:t>
            </a:r>
            <a:br>
              <a:rPr lang="en-US" altLang="en-US" sz="1600" dirty="0"/>
            </a:br>
            <a:r>
              <a:rPr lang="en-US" altLang="en-US" sz="1600" dirty="0">
                <a:hlinkClick r:id="rId2"/>
              </a:rPr>
              <a:t>https://www.geeksforgeeks.org/analysis-of-algorithms-set-4-analysis-of-loops/</a:t>
            </a:r>
            <a:endParaRPr lang="en-US" altLang="en-US" sz="1600" dirty="0"/>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err="1"/>
              <a:t>TutorialsPoint</a:t>
            </a:r>
            <a:r>
              <a:rPr lang="en-US" altLang="en-US" sz="1600" b="1" dirty="0"/>
              <a:t> – Asymptotic Notations</a:t>
            </a:r>
            <a:br>
              <a:rPr lang="en-US" altLang="en-US" sz="1600" dirty="0"/>
            </a:br>
            <a:r>
              <a:rPr lang="en-US" altLang="en-US" sz="1600" dirty="0">
                <a:hlinkClick r:id="rId3"/>
              </a:rPr>
              <a:t>https://www.tutorialspoint.com/data_structures_algorithms/asymptotic_analysis.htm</a:t>
            </a:r>
            <a:endParaRPr lang="en-US" altLang="en-US" sz="1600" dirty="0"/>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a:t>Wikipedia – Big-O Notation</a:t>
            </a:r>
            <a:br>
              <a:rPr lang="en-US" altLang="en-US" sz="1600" dirty="0"/>
            </a:br>
            <a:r>
              <a:rPr lang="en-US" altLang="en-US" sz="1600" dirty="0">
                <a:hlinkClick r:id="rId4"/>
              </a:rPr>
              <a:t>https://en.wikipedia.org/wiki/Big_O_notation</a:t>
            </a:r>
            <a:endParaRPr lang="en-US" altLang="en-US" sz="1600" dirty="0"/>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a:t>Interview Cake – Big-O Simplified</a:t>
            </a:r>
            <a:br>
              <a:rPr lang="en-US" altLang="en-US" sz="1600" dirty="0"/>
            </a:br>
            <a:r>
              <a:rPr lang="en-US" altLang="en-US" sz="1600" dirty="0">
                <a:hlinkClick r:id="rId5"/>
              </a:rPr>
              <a:t>https://www.interviewcake.com/article/java/big-o-notation-time-and-space-complexity</a:t>
            </a:r>
            <a:endParaRPr lang="en-US" altLang="en-US" sz="1600" dirty="0"/>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a:t>CMU Lecture Notes – Complexity Analysis</a:t>
            </a:r>
            <a:br>
              <a:rPr lang="en-US" altLang="en-US" sz="1600" dirty="0"/>
            </a:br>
            <a:r>
              <a:rPr lang="en-US" altLang="en-US" sz="1600" dirty="0">
                <a:hlinkClick r:id="rId6"/>
              </a:rPr>
              <a:t>https://www.cs.cmu.edu</a:t>
            </a:r>
            <a:endParaRPr lang="en-US" altLang="en-US" sz="1600" dirty="0"/>
          </a:p>
          <a:p>
            <a:pPr marL="541338" lvl="0" indent="-276225" eaLnBrk="0" fontAlgn="base" hangingPunct="0">
              <a:lnSpc>
                <a:spcPct val="100000"/>
              </a:lnSpc>
              <a:spcBef>
                <a:spcPts val="600"/>
              </a:spcBef>
              <a:spcAft>
                <a:spcPct val="0"/>
              </a:spcAft>
              <a:buFont typeface="Wingdings" panose="05000000000000000000" pitchFamily="2" charset="2"/>
              <a:buChar char="Ø"/>
            </a:pPr>
            <a:r>
              <a:rPr lang="en-US" altLang="en-US" sz="1600" b="1" dirty="0" err="1"/>
              <a:t>CodeProject</a:t>
            </a:r>
            <a:r>
              <a:rPr lang="en-US" altLang="en-US" sz="1600" b="1" dirty="0"/>
              <a:t> – Time Complexity &amp; Asymptotic Notations</a:t>
            </a:r>
            <a:br>
              <a:rPr lang="en-US" altLang="en-US" sz="1600" dirty="0"/>
            </a:br>
            <a:r>
              <a:rPr lang="en-US" altLang="en-US" sz="1600" dirty="0">
                <a:hlinkClick r:id="rId7"/>
              </a:rPr>
              <a:t>https://www.codeproject.com/Articles/1012287/Time-Complexity-Asymptotic-Notations</a:t>
            </a:r>
            <a:endParaRPr lang="en-IN" sz="1600" dirty="0"/>
          </a:p>
          <a:p>
            <a:pPr marL="0" indent="0" eaLnBrk="1" fontAlgn="auto" hangingPunct="1">
              <a:spcAft>
                <a:spcPts val="0"/>
              </a:spcAft>
              <a:buClr>
                <a:schemeClr val="accent3"/>
              </a:buClr>
              <a:buFont typeface="Arial" panose="020B0604020202020204" pitchFamily="34" charset="0"/>
              <a:buNone/>
              <a:defRPr/>
            </a:pPr>
            <a:endParaRPr lang="pt-BR" sz="1600" b="1" dirty="0"/>
          </a:p>
          <a:p>
            <a:pPr>
              <a:buNone/>
              <a:defRPr/>
            </a:pPr>
            <a:r>
              <a:rPr lang="en-US" sz="1600" b="1" dirty="0">
                <a:solidFill>
                  <a:srgbClr val="FF0000"/>
                </a:solidFill>
              </a:rPr>
              <a:t> </a:t>
            </a:r>
          </a:p>
          <a:p>
            <a:pPr algn="just" eaLnBrk="0" hangingPunct="0">
              <a:defRPr/>
            </a:pPr>
            <a:endParaRPr lang="en-US" sz="2800" b="1" dirty="0">
              <a:solidFill>
                <a:srgbClr val="FF0000"/>
              </a:solidFill>
            </a:endParaRPr>
          </a:p>
        </p:txBody>
      </p:sp>
      <p:sp>
        <p:nvSpPr>
          <p:cNvPr id="2" name="Footer Placeholder 1">
            <a:extLst>
              <a:ext uri="{FF2B5EF4-FFF2-40B4-BE49-F238E27FC236}">
                <a16:creationId xmlns:a16="http://schemas.microsoft.com/office/drawing/2014/main" id="{629AE97B-278F-7C5B-FAA7-EC31B4462630}"/>
              </a:ext>
            </a:extLst>
          </p:cNvPr>
          <p:cNvSpPr>
            <a:spLocks noGrp="1"/>
          </p:cNvSpPr>
          <p:nvPr>
            <p:ph type="ftr" sz="quarter" idx="11"/>
          </p:nvPr>
        </p:nvSpPr>
        <p:spPr/>
        <p:txBody>
          <a:bodyPr/>
          <a:lstStyle/>
          <a:p>
            <a:r>
              <a:rPr lang="en-IN"/>
              <a:t>Dr. Vandna Batra</a:t>
            </a:r>
          </a:p>
        </p:txBody>
      </p:sp>
    </p:spTree>
    <p:extLst>
      <p:ext uri="{BB962C8B-B14F-4D97-AF65-F5344CB8AC3E}">
        <p14:creationId xmlns:p14="http://schemas.microsoft.com/office/powerpoint/2010/main" val="543631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144059"/>
      </p:ext>
    </p:extLst>
  </p:cSld>
  <p:clrMapOvr>
    <a:masterClrMapping/>
  </p:clrMapOvr>
  <p:transition>
    <p:wipe/>
  </p:transition>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377475b-78f7-476e-bbc6-8b108d08bf3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806ED0382BA6B4D9E5A4E0EF86C37D0" ma:contentTypeVersion="15" ma:contentTypeDescription="Create a new document." ma:contentTypeScope="" ma:versionID="9e12d6ecb6c67c0f888f0b99bd66d2a3">
  <xsd:schema xmlns:xsd="http://www.w3.org/2001/XMLSchema" xmlns:xs="http://www.w3.org/2001/XMLSchema" xmlns:p="http://schemas.microsoft.com/office/2006/metadata/properties" xmlns:ns3="f377475b-78f7-476e-bbc6-8b108d08bf3e" xmlns:ns4="524ba03a-1742-4881-9315-f1404d60b437" targetNamespace="http://schemas.microsoft.com/office/2006/metadata/properties" ma:root="true" ma:fieldsID="ad4cf71da88eba12436a6f6131eab5f1" ns3:_="" ns4:_="">
    <xsd:import namespace="f377475b-78f7-476e-bbc6-8b108d08bf3e"/>
    <xsd:import namespace="524ba03a-1742-4881-9315-f1404d60b437"/>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GenerationTime" minOccurs="0"/>
                <xsd:element ref="ns3:MediaServiceEventHashCode" minOccurs="0"/>
                <xsd:element ref="ns3:MediaServiceAutoTags" minOccurs="0"/>
                <xsd:element ref="ns3:MediaServiceOCR" minOccurs="0"/>
                <xsd:element ref="ns3:MediaServiceDateTaken" minOccurs="0"/>
                <xsd:element ref="ns3:MediaLengthInSecond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77475b-78f7-476e-bbc6-8b108d08bf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4ba03a-1742-4881-9315-f1404d60b43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B11383-7041-400F-A59B-979643D5B3B0}">
  <ds:schemaRefs>
    <ds:schemaRef ds:uri="http://schemas.microsoft.com/sharepoint/v3/contenttype/forms"/>
  </ds:schemaRefs>
</ds:datastoreItem>
</file>

<file path=customXml/itemProps2.xml><?xml version="1.0" encoding="utf-8"?>
<ds:datastoreItem xmlns:ds="http://schemas.openxmlformats.org/officeDocument/2006/customXml" ds:itemID="{4E782E2C-EFFA-426D-9812-E99D1292BDA3}">
  <ds:schemaRefs>
    <ds:schemaRef ds:uri="f377475b-78f7-476e-bbc6-8b108d08bf3e"/>
    <ds:schemaRef ds:uri="http://schemas.microsoft.com/office/2006/documentManagement/types"/>
    <ds:schemaRef ds:uri="http://www.w3.org/XML/1998/namespace"/>
    <ds:schemaRef ds:uri="http://purl.org/dc/elements/1.1/"/>
    <ds:schemaRef ds:uri="http://schemas.openxmlformats.org/package/2006/metadata/core-properties"/>
    <ds:schemaRef ds:uri="524ba03a-1742-4881-9315-f1404d60b437"/>
    <ds:schemaRef ds:uri="http://purl.org/dc/dcmityp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56E71CF9-E57E-4FA9-828E-E7A007F8FE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77475b-78f7-476e-bbc6-8b108d08bf3e"/>
    <ds:schemaRef ds:uri="524ba03a-1742-4881-9315-f1404d60b4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191</TotalTime>
  <Words>2288</Words>
  <Application>Microsoft Office PowerPoint</Application>
  <PresentationFormat>Widescreen</PresentationFormat>
  <Paragraphs>219</Paragraphs>
  <Slides>33</Slides>
  <Notes>6</Notes>
  <HiddenSlides>0</HiddenSlides>
  <MMClips>0</MMClips>
  <ScaleCrop>false</ScaleCrop>
  <HeadingPairs>
    <vt:vector size="4" baseType="variant">
      <vt:variant>
        <vt:lpstr>Theme</vt:lpstr>
      </vt:variant>
      <vt:variant>
        <vt:i4>9</vt:i4>
      </vt:variant>
      <vt:variant>
        <vt:lpstr>Slide Titles</vt:lpstr>
      </vt:variant>
      <vt:variant>
        <vt:i4>33</vt:i4>
      </vt:variant>
    </vt:vector>
  </HeadingPairs>
  <TitlesOfParts>
    <vt:vector size="42" baseType="lpstr">
      <vt:lpstr>1_Custom Design</vt:lpstr>
      <vt:lpstr>2_Custom Design</vt:lpstr>
      <vt:lpstr>1_Office Theme</vt:lpstr>
      <vt:lpstr>1_Custom Design</vt:lpstr>
      <vt:lpstr>2_Custom Design</vt:lpstr>
      <vt:lpstr>Custom Design</vt:lpstr>
      <vt:lpstr>2_Office Theme</vt:lpstr>
      <vt:lpstr>Office Theme</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Complexity of an Algorithm</vt:lpstr>
      <vt:lpstr>Time Complexity</vt:lpstr>
      <vt:lpstr>Types of Time Complexity</vt:lpstr>
      <vt:lpstr>Types of Time Complexity</vt:lpstr>
      <vt:lpstr>Asymptotic Analysis</vt:lpstr>
      <vt:lpstr>Idea of Upper Bound (Big-O)</vt:lpstr>
      <vt:lpstr>PowerPoint Presentation</vt:lpstr>
      <vt:lpstr>Big-O notation example</vt:lpstr>
      <vt:lpstr>Try-It Question</vt:lpstr>
      <vt:lpstr>Try-It Question</vt:lpstr>
      <vt:lpstr>PowerPoint Presentation</vt:lpstr>
      <vt:lpstr>PowerPoint Presentation</vt:lpstr>
      <vt:lpstr>PowerPoint Presentation</vt:lpstr>
      <vt:lpstr>PowerPoint Presentation</vt:lpstr>
      <vt:lpstr>PowerPoint Presentation</vt:lpstr>
      <vt:lpstr>Little-o (ο) Notation</vt:lpstr>
      <vt:lpstr>PowerPoint Presentation</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Tanu Gupta</dc:creator>
  <cp:lastModifiedBy>Ms. Vandna Batra</cp:lastModifiedBy>
  <cp:revision>216</cp:revision>
  <dcterms:created xsi:type="dcterms:W3CDTF">2024-06-18T08:55:18Z</dcterms:created>
  <dcterms:modified xsi:type="dcterms:W3CDTF">2026-01-11T17:50:09Z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0x010100B806ED0382BA6B4D9E5A4E0EF86C37D0</vt:lpwstr>
  </property>
</Properties>
</file>